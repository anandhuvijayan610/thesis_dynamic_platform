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0"/>
  </p:notesMasterIdLst>
  <p:sldIdLst>
    <p:sldId id="448" r:id="rId2"/>
    <p:sldId id="598" r:id="rId3"/>
    <p:sldId id="609" r:id="rId4"/>
    <p:sldId id="596" r:id="rId5"/>
    <p:sldId id="608" r:id="rId6"/>
    <p:sldId id="607" r:id="rId7"/>
    <p:sldId id="604" r:id="rId8"/>
    <p:sldId id="438" r:id="rId9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0"/>
    <p:restoredTop sz="90752"/>
  </p:normalViewPr>
  <p:slideViewPr>
    <p:cSldViewPr snapToGrid="0">
      <p:cViewPr>
        <p:scale>
          <a:sx n="94" d="100"/>
          <a:sy n="94" d="100"/>
        </p:scale>
        <p:origin x="706" y="53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30.01.2026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274256" y="3523669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3166" y="1590402"/>
            <a:ext cx="69462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Confirming the hardware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Placing orders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 basics of microcontroller, PID theory, Stepper basics</a:t>
            </a: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38625E-072C-D1B5-23E2-C0066516D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99648" y="1340048"/>
            <a:ext cx="2643750" cy="36779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447920"/>
            <a:ext cx="6498040" cy="35995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Confirmed the hardware components.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Purchased the components we weren’t having on the lab.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basics of stepper motor and microcontroller is still on the learning phase.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Started the basic hardware testing.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(Wired the teensy to the stepper driver and a single stepper motor)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3835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 microcontroller, PID theory, Stepper basics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Move motor with step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logging motor response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Implement simple PID for one actuator</a:t>
            </a:r>
            <a:endParaRPr lang="en-US" sz="16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319320" y="2615369"/>
            <a:ext cx="7048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 working actuator test setup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More lessons learned in controlling the motor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DE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Milestone</a:t>
            </a:r>
            <a:r>
              <a:rPr lang="en-DE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Will be able to start controlling an actuator.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49347</TotalTime>
  <Words>496</Words>
  <Application>Microsoft Office PowerPoint</Application>
  <PresentationFormat>Widescreen</PresentationFormat>
  <Paragraphs>90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  <vt:variant>
        <vt:lpstr>Custom Shows</vt:lpstr>
      </vt:variant>
      <vt:variant>
        <vt:i4>1</vt:i4>
      </vt:variant>
    </vt:vector>
  </HeadingPairs>
  <TitlesOfParts>
    <vt:vector size="17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50</cp:revision>
  <cp:lastPrinted>2025-01-26T21:13:28Z</cp:lastPrinted>
  <dcterms:created xsi:type="dcterms:W3CDTF">2019-09-09T12:43:43Z</dcterms:created>
  <dcterms:modified xsi:type="dcterms:W3CDTF">2026-01-30T09:45:03Z</dcterms:modified>
  <cp:category/>
</cp:coreProperties>
</file>