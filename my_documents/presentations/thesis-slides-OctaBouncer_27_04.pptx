
<file path=[Content_Types].xml><?xml version="1.0" encoding="utf-8"?>
<Types xmlns="http://schemas.openxmlformats.org/package/2006/content-types">
  <Default Extension="gif" ContentType="image/gif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9" r:id="rId1"/>
  </p:sldMasterIdLst>
  <p:notesMasterIdLst>
    <p:notesMasterId r:id="rId12"/>
  </p:notesMasterIdLst>
  <p:sldIdLst>
    <p:sldId id="448" r:id="rId2"/>
    <p:sldId id="598" r:id="rId3"/>
    <p:sldId id="609" r:id="rId4"/>
    <p:sldId id="596" r:id="rId5"/>
    <p:sldId id="608" r:id="rId6"/>
    <p:sldId id="607" r:id="rId7"/>
    <p:sldId id="610" r:id="rId8"/>
    <p:sldId id="604" r:id="rId9"/>
    <p:sldId id="611" r:id="rId10"/>
    <p:sldId id="438" r:id="rId11"/>
  </p:sldIdLst>
  <p:sldSz cx="12192000" cy="6858000"/>
  <p:notesSz cx="6858000" cy="9926638"/>
  <p:custShowLst>
    <p:custShow name="Zielgruppenpräsentation 1" id="0">
      <p:sldLst/>
    </p:custShow>
  </p:custShowLst>
  <p:defaultTextStyle>
    <a:defPPr>
      <a:defRPr lang="en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47" userDrawn="1">
          <p15:clr>
            <a:srgbClr val="A4A3A4"/>
          </p15:clr>
        </p15:guide>
        <p15:guide id="3" orient="horz" pos="187" userDrawn="1">
          <p15:clr>
            <a:srgbClr val="A4A3A4"/>
          </p15:clr>
        </p15:guide>
        <p15:guide id="4" orient="horz" pos="47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A4273"/>
    <a:srgbClr val="0000CC"/>
    <a:srgbClr val="009F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580"/>
    <p:restoredTop sz="90752"/>
  </p:normalViewPr>
  <p:slideViewPr>
    <p:cSldViewPr snapToGrid="0">
      <p:cViewPr varScale="1">
        <p:scale>
          <a:sx n="97" d="100"/>
          <a:sy n="97" d="100"/>
        </p:scale>
        <p:origin x="972" y="72"/>
      </p:cViewPr>
      <p:guideLst>
        <p:guide pos="347"/>
        <p:guide orient="horz" pos="187"/>
        <p:guide orient="horz" pos="47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AF5B8A-E857-441B-B26C-91E2ED861DAE}" type="datetimeFigureOut">
              <a:rPr lang="de-DE" smtClean="0"/>
              <a:t>26.04.2026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452438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777194"/>
            <a:ext cx="548640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71800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9428584"/>
            <a:ext cx="2971800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F3FE92-1802-41EE-B167-409214DF4AFE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027723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F3FE92-1802-41EE-B167-409214DF4AFE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287853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F3FE92-1802-41EE-B167-409214DF4AFE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822997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7464C6-D67D-9C0C-C8E6-EAF4A89E90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A5F622-62A3-2B69-66BD-EEBD7051BC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6013F3-884C-6FB4-B8E3-05193A0E0E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E11792-BEDF-0E78-59E8-BB231C597A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F3FE92-1802-41EE-B167-409214DF4AFE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25554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F3FE92-1802-41EE-B167-409214DF4AFE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591483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2424A1-A5E3-90F6-90E3-A5F624CDC8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96007F-8E93-539B-E744-39BFB04CBD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E86B79-08D4-F108-8589-87B3195DA0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BBCCF7-95FD-13B7-2688-652230AFF9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F3FE92-1802-41EE-B167-409214DF4AFE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074415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F3FE92-1802-41EE-B167-409214DF4AFE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58190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57932E-6DB9-0E7C-7325-DF6DF09E49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2DA9C7-0B66-53B4-CE7A-839E54EB86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B5A6DB-1F04-2F4E-268F-99FC1F5D9E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16D2F3-FDD5-C1B8-DDA3-9DE4DD39D6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F3FE92-1802-41EE-B167-409214DF4AFE}" type="slidenum">
              <a:rPr lang="de-DE" smtClean="0"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9927320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F3FE92-1802-41EE-B167-409214DF4AFE}" type="slidenum">
              <a:rPr lang="de-DE" smtClean="0"/>
              <a:t>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875551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EBDDA1-ACF2-C0FE-6F96-309F69B9E8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E7B659-9424-8C9C-B60C-B0C3038E32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721C75-D38D-9BB6-5651-1E3F8844CC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684B56-51BA-1C3D-82A9-D741A210A8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F3FE92-1802-41EE-B167-409214DF4AFE}" type="slidenum">
              <a:rPr lang="de-DE" smtClean="0"/>
              <a:t>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861537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55B136-E37F-092B-DD07-C806AB3FBD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0D89AC-D19D-1DC6-36BA-257766BBD1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9A2EC1-CE26-2A82-0E96-E70A503363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4B24A7-BDE8-4B7F-93C3-66196B90EB91}" type="datetime1">
              <a:rPr lang="de-DE" smtClean="0"/>
              <a:t>26.04.2026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774793-F065-49B5-DE8A-4E4F024B40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088F0F-33D3-62C3-4FA1-20FC48DAA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EBB84-A833-4D9F-8E64-647D4209DE1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32459760"/>
      </p:ext>
    </p:extLst>
  </p:cSld>
  <p:clrMapOvr>
    <a:masterClrMapping/>
  </p:clrMapOvr>
  <p:hf hdr="0" ft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3F9243-A7C2-E4C3-E59D-501ED8035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1D7B56-AB5E-E15F-7C6F-310059FECB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B4A989-4A2B-57AE-6F17-4078CD88CB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4B24A7-BDE8-4B7F-93C3-66196B90EB91}" type="datetime1">
              <a:rPr lang="de-DE" smtClean="0"/>
              <a:t>26.04.2026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1206CD-D8ED-08C5-01D6-268029B0F5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50E2D0-F19C-8C53-D452-A84F38F8EF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EBB84-A833-4D9F-8E64-647D4209DE1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14874953"/>
      </p:ext>
    </p:extLst>
  </p:cSld>
  <p:clrMapOvr>
    <a:masterClrMapping/>
  </p:clrMapOvr>
  <p:hf hdr="0" ft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CBAF5E-FDAF-585B-5973-647D2E08F1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B4ADC5-0A79-4096-2C03-93E7DC7BEC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4346CD-3B61-3F00-B425-40BF9806BA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4B24A7-BDE8-4B7F-93C3-66196B90EB91}" type="datetime1">
              <a:rPr lang="de-DE" smtClean="0"/>
              <a:t>26.04.2026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9922A6-D442-C069-677C-5724536B61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CA7F7E-D05D-E432-3BF8-0024D64002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EBB84-A833-4D9F-8E64-647D4209DE1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32524029"/>
      </p:ext>
    </p:extLst>
  </p:cSld>
  <p:clrMapOvr>
    <a:masterClrMapping/>
  </p:clrMapOvr>
  <p:hf hdr="0" ft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E49F1A-F63A-A88C-87D5-7C7A0F0BDE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888FBE-8984-6A87-3798-0FA795D430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86C352-E6B1-9D41-2BC0-614DEDEE72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413541-E76D-2D30-8CA8-1E943AAFC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4B24A7-BDE8-4B7F-93C3-66196B90EB91}" type="datetime1">
              <a:rPr lang="de-DE" smtClean="0"/>
              <a:t>26.04.2026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F7EC38-DDF7-F99D-D1B7-E30329564A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7977A3-E3FC-020E-2084-024414295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EBB84-A833-4D9F-8E64-647D4209DE1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56862385"/>
      </p:ext>
    </p:extLst>
  </p:cSld>
  <p:clrMapOvr>
    <a:masterClrMapping/>
  </p:clrMapOvr>
  <p:hf hdr="0" ft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1870A2-422D-0C14-F99F-EBFC6EB52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2FDD8D-5B20-D8BC-7434-48A87FE71D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7A0E9B-AF70-4B6C-E7A0-D78B993AD7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0024D11-9A5B-BBC6-B26A-6D6F4B435C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C1DB75-AEA7-AD0A-D371-6474FCF9C07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94690E6-7541-92AE-C6B4-956505F6D2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4B24A7-BDE8-4B7F-93C3-66196B90EB91}" type="datetime1">
              <a:rPr lang="de-DE" smtClean="0"/>
              <a:t>26.04.2026</a:t>
            </a:fld>
            <a:endParaRPr lang="de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2AB0E13-C764-7891-EDA6-F6BBF15742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A4B3E13-7AB9-6ECE-E5E0-CC890F54CF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EBB84-A833-4D9F-8E64-647D4209DE1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49312379"/>
      </p:ext>
    </p:extLst>
  </p:cSld>
  <p:clrMapOvr>
    <a:masterClrMapping/>
  </p:clrMapOvr>
  <p:hf hdr="0" ft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FD316-B376-F28C-B3E5-BC50063543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C5BFF1-C808-E3D7-98DD-328815A036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4B24A7-BDE8-4B7F-93C3-66196B90EB91}" type="datetime1">
              <a:rPr lang="de-DE" smtClean="0"/>
              <a:t>26.04.2026</a:t>
            </a:fld>
            <a:endParaRPr lang="de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7AA158-D590-B74E-E612-CA18B9FDE2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F9EAE2-DB0E-CDB8-FEEF-22FFEBAC49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EBB84-A833-4D9F-8E64-647D4209DE1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35900791"/>
      </p:ext>
    </p:extLst>
  </p:cSld>
  <p:clrMapOvr>
    <a:masterClrMapping/>
  </p:clrMapOvr>
  <p:hf hdr="0" ft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F84EAEE-D00C-AB07-2A7B-91A1687020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4B24A7-BDE8-4B7F-93C3-66196B90EB91}" type="datetime1">
              <a:rPr lang="de-DE" smtClean="0"/>
              <a:t>26.04.2026</a:t>
            </a:fld>
            <a:endParaRPr lang="de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78560E-8FBE-666B-B5ED-AA1AA16973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570300-2C49-3180-1CA1-7F0DC3C18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EBB84-A833-4D9F-8E64-647D4209DE1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3024515"/>
      </p:ext>
    </p:extLst>
  </p:cSld>
  <p:clrMapOvr>
    <a:masterClrMapping/>
  </p:clrMapOvr>
  <p:hf hdr="0" ft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1CFD7-FBD6-E2A7-3F85-9087A4156B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72361C-6EFC-0F4C-3A8C-805379F15A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B8009E-60D3-AE32-56CA-13C197153A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B823ED-8BEE-23E5-4879-F78267279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4B24A7-BDE8-4B7F-93C3-66196B90EB91}" type="datetime1">
              <a:rPr lang="de-DE" smtClean="0"/>
              <a:t>26.04.2026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37C7AF-F05A-FB73-8BBE-1C7F96FE2F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0B402E-D4FF-92DC-4DFB-D5FFB061E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EBB84-A833-4D9F-8E64-647D4209DE1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4679341"/>
      </p:ext>
    </p:extLst>
  </p:cSld>
  <p:clrMapOvr>
    <a:masterClrMapping/>
  </p:clrMapOvr>
  <p:hf hdr="0" ft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1A3966-7437-04D6-168C-3A0A440FEE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631A3E1-FFAA-EF75-809D-F935D18720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1091C5-5C85-2236-A8F5-C8F7B6D1B3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063FCF-D6D4-B2EA-9CB2-5666CB6DFA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4B24A7-BDE8-4B7F-93C3-66196B90EB91}" type="datetime1">
              <a:rPr lang="de-DE" smtClean="0"/>
              <a:t>26.04.2026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3AAADA-E8AF-5240-4C2F-440340107E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DB9825-A341-FB53-A965-64C7A488F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EBB84-A833-4D9F-8E64-647D4209DE1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01688127"/>
      </p:ext>
    </p:extLst>
  </p:cSld>
  <p:clrMapOvr>
    <a:masterClrMapping/>
  </p:clrMapOvr>
  <p:hf hdr="0" ft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BCD6A-4631-85B3-9DBA-7C52B63C6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2B4DE8-E0EB-4A85-9622-73AC2D8A4C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EAA130-FD05-D87D-5E3A-EF5F893421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4B24A7-BDE8-4B7F-93C3-66196B90EB91}" type="datetime1">
              <a:rPr lang="de-DE" smtClean="0"/>
              <a:t>26.04.2026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285FF5-E267-F0F8-8272-95DB58AC79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53C01-FDFC-0762-76E9-6B9A22868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EBB84-A833-4D9F-8E64-647D4209DE1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02570571"/>
      </p:ext>
    </p:extLst>
  </p:cSld>
  <p:clrMapOvr>
    <a:masterClrMapping/>
  </p:clrMapOvr>
  <p:hf hdr="0" ft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EF8EA9-64E6-1465-AD9D-D6C48559BF9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268643-F33D-A7E4-30E8-C375DD0791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5F1371-406D-0096-03A7-36656F3562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4B24A7-BDE8-4B7F-93C3-66196B90EB91}" type="datetime1">
              <a:rPr lang="de-DE" smtClean="0"/>
              <a:t>26.04.2026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ABD070-DB23-17C7-3CF7-1E470AD57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E9C0F6-6295-D0E0-D653-CA987DAB20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EBB84-A833-4D9F-8E64-647D4209DE1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76116324"/>
      </p:ext>
    </p:extLst>
  </p:cSld>
  <p:clrMapOvr>
    <a:masterClrMapping/>
  </p:clrMapOvr>
  <p:hf hdr="0" ft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ild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Bildplatzhalter 11"/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3429000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1600">
                <a:latin typeface="AvantGarde Bk BT" panose="020B0402020202020204" pitchFamily="34" charset="0"/>
              </a:defRPr>
            </a:lvl1pPr>
          </a:lstStyle>
          <a:p>
            <a:endParaRPr lang="de-DE"/>
          </a:p>
        </p:txBody>
      </p:sp>
      <p:sp>
        <p:nvSpPr>
          <p:cNvPr id="10" name="Inhaltsplatzhalter 9"/>
          <p:cNvSpPr>
            <a:spLocks noGrp="1"/>
          </p:cNvSpPr>
          <p:nvPr>
            <p:ph sz="quarter" idx="10" hasCustomPrompt="1"/>
          </p:nvPr>
        </p:nvSpPr>
        <p:spPr>
          <a:xfrm>
            <a:off x="515937" y="549276"/>
            <a:ext cx="11160125" cy="1057334"/>
          </a:xfrm>
        </p:spPr>
        <p:txBody>
          <a:bodyPr/>
          <a:lstStyle>
            <a:lvl1pPr marL="0" indent="0">
              <a:buNone/>
              <a:defRPr baseline="0">
                <a:solidFill>
                  <a:schemeClr val="bg1"/>
                </a:solidFill>
                <a:latin typeface="AvantGarde Bk BT" panose="020B0402020202020204" pitchFamily="34" charset="0"/>
                <a:ea typeface="Verdana" panose="020B0604030504040204" pitchFamily="34" charset="0"/>
              </a:defRPr>
            </a:lvl1pPr>
            <a:lvl2pPr>
              <a:defRPr>
                <a:latin typeface="AvantGarde Bk BT" panose="020B0402020202020204" pitchFamily="34" charset="0"/>
                <a:ea typeface="Verdana" panose="020B0604030504040204" pitchFamily="34" charset="0"/>
              </a:defRPr>
            </a:lvl2pPr>
            <a:lvl3pPr>
              <a:defRPr>
                <a:latin typeface="AvantGarde Bk BT" panose="020B0402020202020204" pitchFamily="34" charset="0"/>
                <a:ea typeface="Verdana" panose="020B0604030504040204" pitchFamily="34" charset="0"/>
              </a:defRPr>
            </a:lvl3pPr>
            <a:lvl4pPr>
              <a:defRPr>
                <a:latin typeface="AvantGarde Bk BT" panose="020B0402020202020204" pitchFamily="34" charset="0"/>
                <a:ea typeface="Verdana" panose="020B0604030504040204" pitchFamily="34" charset="0"/>
              </a:defRPr>
            </a:lvl4pPr>
            <a:lvl5pPr>
              <a:defRPr>
                <a:latin typeface="AvantGarde Bk BT" panose="020B0402020202020204" pitchFamily="34" charset="0"/>
                <a:ea typeface="Verdana" panose="020B0604030504040204" pitchFamily="34" charset="0"/>
              </a:defRPr>
            </a:lvl5pPr>
          </a:lstStyle>
          <a:p>
            <a:pPr lvl="0"/>
            <a:r>
              <a:rPr lang="de-DE"/>
              <a:t>FARBIGE ÜBERSCHRIFT</a:t>
            </a:r>
          </a:p>
          <a:p>
            <a:pPr lvl="0"/>
            <a:r>
              <a:rPr lang="de-DE"/>
              <a:t>NICHT FARBIGE ÜBERSCHRIFT</a:t>
            </a:r>
          </a:p>
        </p:txBody>
      </p:sp>
      <p:pic>
        <p:nvPicPr>
          <p:cNvPr id="3" name="Grafik 2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3030" y="6233527"/>
            <a:ext cx="1535053" cy="149501"/>
          </a:xfrm>
          <a:prstGeom prst="rect">
            <a:avLst/>
          </a:prstGeom>
        </p:spPr>
      </p:pic>
      <p:pic>
        <p:nvPicPr>
          <p:cNvPr id="2" name="Grafik 1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48814" y="424812"/>
            <a:ext cx="1427248" cy="248925"/>
          </a:xfrm>
          <a:prstGeom prst="rect">
            <a:avLst/>
          </a:prstGeom>
        </p:spPr>
      </p:pic>
      <p:sp>
        <p:nvSpPr>
          <p:cNvPr id="5" name="Textplatzhalter 4"/>
          <p:cNvSpPr>
            <a:spLocks noGrp="1"/>
          </p:cNvSpPr>
          <p:nvPr>
            <p:ph type="body" sz="quarter" idx="12"/>
          </p:nvPr>
        </p:nvSpPr>
        <p:spPr>
          <a:xfrm>
            <a:off x="515938" y="3546475"/>
            <a:ext cx="11160125" cy="2687052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>
              <a:defRPr sz="1400">
                <a:latin typeface="Verdana" panose="020B0604030504040204" pitchFamily="34" charset="0"/>
                <a:ea typeface="Verdana" panose="020B0604030504040204" pitchFamily="34" charset="0"/>
              </a:defRPr>
            </a:lvl2pPr>
            <a:lvl3pPr>
              <a:defRPr sz="1400">
                <a:latin typeface="Verdana" panose="020B0604030504040204" pitchFamily="34" charset="0"/>
                <a:ea typeface="Verdana" panose="020B0604030504040204" pitchFamily="34" charset="0"/>
              </a:defRPr>
            </a:lvl3pPr>
            <a:lvl4pPr>
              <a:defRPr sz="1400">
                <a:latin typeface="Verdana" panose="020B0604030504040204" pitchFamily="34" charset="0"/>
                <a:ea typeface="Verdana" panose="020B0604030504040204" pitchFamily="34" charset="0"/>
              </a:defRPr>
            </a:lvl4pPr>
            <a:lvl5pPr>
              <a:defRPr sz="1400">
                <a:latin typeface="Verdana" panose="020B0604030504040204" pitchFamily="34" charset="0"/>
                <a:ea typeface="Verdana" panose="020B0604030504040204" pitchFamily="34" charset="0"/>
              </a:defRPr>
            </a:lvl5pPr>
          </a:lstStyle>
          <a:p>
            <a:pPr lvl="0"/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3"/>
          </p:nvPr>
        </p:nvSpPr>
        <p:spPr/>
        <p:txBody>
          <a:bodyPr/>
          <a:lstStyle>
            <a:lvl1pPr>
              <a:defRPr sz="1400" baseline="0"/>
            </a:lvl1pPr>
          </a:lstStyle>
          <a:p>
            <a:fld id="{351A0EE1-B564-4BC7-9F42-429FBA12ED94}" type="datetime1">
              <a:rPr lang="de-DE" smtClean="0"/>
              <a:t>26.04.2026</a:t>
            </a:fld>
            <a:endParaRPr lang="de-DE"/>
          </a:p>
        </p:txBody>
      </p:sp>
      <p:sp>
        <p:nvSpPr>
          <p:cNvPr id="8" name="Foliennummernplatzhalter 7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05FEBB84-A833-4D9F-8E64-647D4209DE1B}" type="slidenum">
              <a:rPr lang="de-DE" smtClean="0"/>
              <a:t>‹#›</a:t>
            </a:fld>
            <a:endParaRPr lang="de-DE"/>
          </a:p>
        </p:txBody>
      </p:sp>
      <p:pic>
        <p:nvPicPr>
          <p:cNvPr id="11" name="Grafik 10"/>
          <p:cNvPicPr>
            <a:picLocks noChangeAspect="1"/>
          </p:cNvPicPr>
          <p:nvPr userDrawn="1"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462211" y="298076"/>
            <a:ext cx="2439921" cy="730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83860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7355">
          <p15:clr>
            <a:srgbClr val="FBAE40"/>
          </p15:clr>
        </p15:guide>
        <p15:guide id="3" pos="325">
          <p15:clr>
            <a:srgbClr val="FBAE40"/>
          </p15:clr>
        </p15:guide>
        <p15:guide id="4" orient="horz" pos="4156">
          <p15:clr>
            <a:srgbClr val="FBAE40"/>
          </p15:clr>
        </p15:guide>
        <p15:guide id="5" orient="horz" pos="3974">
          <p15:clr>
            <a:srgbClr val="FBAE40"/>
          </p15:clr>
        </p15:guide>
        <p15:guide id="6" orient="horz" pos="346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Inhaltsplatzhalter 10">
            <a:extLst>
              <a:ext uri="{FF2B5EF4-FFF2-40B4-BE49-F238E27FC236}">
                <a16:creationId xmlns:a16="http://schemas.microsoft.com/office/drawing/2014/main" id="{931D7DA4-ABF3-C14C-AEA5-0768E44C2068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3600" y="1824000"/>
            <a:ext cx="11294400" cy="4483200"/>
          </a:xfrm>
        </p:spPr>
        <p:txBody>
          <a:bodyPr>
            <a:normAutofit/>
          </a:bodyPr>
          <a:lstStyle>
            <a:lvl1pPr marL="228594" marR="0" indent="-22859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467"/>
            </a:lvl1pPr>
          </a:lstStyle>
          <a:p>
            <a:pPr marL="228594" marR="0" lvl="0" indent="-22859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de-DE"/>
              <a:t>Inhalt</a:t>
            </a:r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DA4FBD60-81AB-444E-AE3C-D549E11A760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15939" y="527562"/>
            <a:ext cx="4205692" cy="480132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 wrap="none" lIns="108000" tIns="324000" anchor="b">
            <a:noAutofit/>
          </a:bodyPr>
          <a:lstStyle>
            <a:lvl1pPr algn="l">
              <a:defRPr sz="2800" cap="all" baseline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de-DE"/>
              <a:t>MASTERTITELFORMAT</a:t>
            </a:r>
          </a:p>
        </p:txBody>
      </p:sp>
      <p:sp>
        <p:nvSpPr>
          <p:cNvPr id="5" name="Untertitel 2">
            <a:extLst>
              <a:ext uri="{FF2B5EF4-FFF2-40B4-BE49-F238E27FC236}">
                <a16:creationId xmlns:a16="http://schemas.microsoft.com/office/drawing/2014/main" id="{878C3EAF-253C-C144-B1DD-069F9B0FE84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17160" y="1032630"/>
            <a:ext cx="11290841" cy="434137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2800" cap="all" baseline="0">
                <a:solidFill>
                  <a:srgbClr val="194273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de-DE"/>
              <a:t>BEARBEITEN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DC997409-765A-4B4D-95DD-51096B8A5B84}"/>
              </a:ext>
            </a:extLst>
          </p:cNvPr>
          <p:cNvSpPr/>
          <p:nvPr userDrawn="1"/>
        </p:nvSpPr>
        <p:spPr>
          <a:xfrm>
            <a:off x="0" y="6795435"/>
            <a:ext cx="12192000" cy="72000"/>
          </a:xfrm>
          <a:prstGeom prst="rect">
            <a:avLst/>
          </a:prstGeom>
          <a:solidFill>
            <a:srgbClr val="1A42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de-DE" sz="240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1A058594-6570-8E48-B44F-F95FBD79E9F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031" y="6330632"/>
            <a:ext cx="1535053" cy="149501"/>
          </a:xfrm>
          <a:prstGeom prst="rect">
            <a:avLst/>
          </a:prstGeom>
        </p:spPr>
      </p:pic>
      <p:pic>
        <p:nvPicPr>
          <p:cNvPr id="8" name="Grafik 7"/>
          <p:cNvPicPr>
            <a:picLocks noChangeAspect="1"/>
          </p:cNvPicPr>
          <p:nvPr userDrawn="1"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462211" y="298076"/>
            <a:ext cx="2439921" cy="730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29762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0234D51-BD2B-0B54-D429-5C411B6998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2F573C-7C1F-D00E-7296-60A4F1E1C0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4AF2F3-F697-37E6-2667-313CB5F09E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A4B24A7-BDE8-4B7F-93C3-66196B90EB91}" type="datetime1">
              <a:rPr lang="de-DE" smtClean="0"/>
              <a:t>26.04.2026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BEF40D-518C-0245-0F8E-42D9C74180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7641BA-6931-0913-8BAE-148BC78B29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FEBB84-A833-4D9F-8E64-647D4209DE1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5200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  <p:sldLayoutId id="2147483684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0" r:id="rId11"/>
    <p:sldLayoutId id="2147483691" r:id="rId12"/>
    <p:sldLayoutId id="2147483692" r:id="rId13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.jpeg"/><Relationship Id="rId5" Type="http://schemas.openxmlformats.org/officeDocument/2006/relationships/image" Target="../media/image8.png"/><Relationship Id="rId4" Type="http://schemas.openxmlformats.org/officeDocument/2006/relationships/image" Target="../media/image7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g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g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gi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gi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gi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3.jpeg"/><Relationship Id="rId4" Type="http://schemas.openxmlformats.org/officeDocument/2006/relationships/image" Target="../media/image12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gi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gi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microsoft.com/office/2007/relationships/media" Target="../media/media2.mp4"/><Relationship Id="rId7" Type="http://schemas.openxmlformats.org/officeDocument/2006/relationships/image" Target="../media/image10.gif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notesSlide" Target="../notesSlides/notesSlide9.xml"/><Relationship Id="rId5" Type="http://schemas.openxmlformats.org/officeDocument/2006/relationships/slideLayout" Target="../slideLayouts/slideLayout13.xml"/><Relationship Id="rId4" Type="http://schemas.openxmlformats.org/officeDocument/2006/relationships/video" Target="../media/media2.mp4"/><Relationship Id="rId9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gif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/>
          <p:cNvSpPr/>
          <p:nvPr/>
        </p:nvSpPr>
        <p:spPr>
          <a:xfrm>
            <a:off x="515939" y="532022"/>
            <a:ext cx="4690681" cy="460016"/>
          </a:xfrm>
          <a:custGeom>
            <a:avLst/>
            <a:gdLst>
              <a:gd name="connsiteX0" fmla="*/ 0 w 1856326"/>
              <a:gd name="connsiteY0" fmla="*/ 0 h 399630"/>
              <a:gd name="connsiteX1" fmla="*/ 1856326 w 1856326"/>
              <a:gd name="connsiteY1" fmla="*/ 0 h 399630"/>
              <a:gd name="connsiteX2" fmla="*/ 1856326 w 1856326"/>
              <a:gd name="connsiteY2" fmla="*/ 399630 h 399630"/>
              <a:gd name="connsiteX3" fmla="*/ 0 w 1856326"/>
              <a:gd name="connsiteY3" fmla="*/ 399630 h 399630"/>
              <a:gd name="connsiteX4" fmla="*/ 0 w 1856326"/>
              <a:gd name="connsiteY4" fmla="*/ 0 h 399630"/>
              <a:gd name="connsiteX0" fmla="*/ 69011 w 1925337"/>
              <a:gd name="connsiteY0" fmla="*/ 0 h 434136"/>
              <a:gd name="connsiteX1" fmla="*/ 1925337 w 1925337"/>
              <a:gd name="connsiteY1" fmla="*/ 0 h 434136"/>
              <a:gd name="connsiteX2" fmla="*/ 1925337 w 1925337"/>
              <a:gd name="connsiteY2" fmla="*/ 399630 h 434136"/>
              <a:gd name="connsiteX3" fmla="*/ 0 w 1925337"/>
              <a:gd name="connsiteY3" fmla="*/ 434136 h 434136"/>
              <a:gd name="connsiteX4" fmla="*/ 69011 w 1925337"/>
              <a:gd name="connsiteY4" fmla="*/ 0 h 434136"/>
              <a:gd name="connsiteX0" fmla="*/ 163901 w 1925337"/>
              <a:gd name="connsiteY0" fmla="*/ 0 h 477269"/>
              <a:gd name="connsiteX1" fmla="*/ 1925337 w 1925337"/>
              <a:gd name="connsiteY1" fmla="*/ 43133 h 477269"/>
              <a:gd name="connsiteX2" fmla="*/ 1925337 w 1925337"/>
              <a:gd name="connsiteY2" fmla="*/ 442763 h 477269"/>
              <a:gd name="connsiteX3" fmla="*/ 0 w 1925337"/>
              <a:gd name="connsiteY3" fmla="*/ 477269 h 477269"/>
              <a:gd name="connsiteX4" fmla="*/ 163901 w 1925337"/>
              <a:gd name="connsiteY4" fmla="*/ 0 h 477269"/>
              <a:gd name="connsiteX0" fmla="*/ 163901 w 1925337"/>
              <a:gd name="connsiteY0" fmla="*/ 112143 h 589412"/>
              <a:gd name="connsiteX1" fmla="*/ 1925337 w 1925337"/>
              <a:gd name="connsiteY1" fmla="*/ 0 h 589412"/>
              <a:gd name="connsiteX2" fmla="*/ 1925337 w 1925337"/>
              <a:gd name="connsiteY2" fmla="*/ 554906 h 589412"/>
              <a:gd name="connsiteX3" fmla="*/ 0 w 1925337"/>
              <a:gd name="connsiteY3" fmla="*/ 589412 h 589412"/>
              <a:gd name="connsiteX4" fmla="*/ 163901 w 1925337"/>
              <a:gd name="connsiteY4" fmla="*/ 112143 h 589412"/>
              <a:gd name="connsiteX0" fmla="*/ 163901 w 1925337"/>
              <a:gd name="connsiteY0" fmla="*/ 0 h 477269"/>
              <a:gd name="connsiteX1" fmla="*/ 1804567 w 1925337"/>
              <a:gd name="connsiteY1" fmla="*/ 0 h 477269"/>
              <a:gd name="connsiteX2" fmla="*/ 1925337 w 1925337"/>
              <a:gd name="connsiteY2" fmla="*/ 442763 h 477269"/>
              <a:gd name="connsiteX3" fmla="*/ 0 w 1925337"/>
              <a:gd name="connsiteY3" fmla="*/ 477269 h 477269"/>
              <a:gd name="connsiteX4" fmla="*/ 163901 w 1925337"/>
              <a:gd name="connsiteY4" fmla="*/ 0 h 477269"/>
              <a:gd name="connsiteX0" fmla="*/ 155275 w 1925337"/>
              <a:gd name="connsiteY0" fmla="*/ 69011 h 477269"/>
              <a:gd name="connsiteX1" fmla="*/ 1804567 w 1925337"/>
              <a:gd name="connsiteY1" fmla="*/ 0 h 477269"/>
              <a:gd name="connsiteX2" fmla="*/ 1925337 w 1925337"/>
              <a:gd name="connsiteY2" fmla="*/ 442763 h 477269"/>
              <a:gd name="connsiteX3" fmla="*/ 0 w 1925337"/>
              <a:gd name="connsiteY3" fmla="*/ 477269 h 477269"/>
              <a:gd name="connsiteX4" fmla="*/ 155275 w 1925337"/>
              <a:gd name="connsiteY4" fmla="*/ 69011 h 477269"/>
              <a:gd name="connsiteX0" fmla="*/ 94890 w 1864952"/>
              <a:gd name="connsiteY0" fmla="*/ 69011 h 451390"/>
              <a:gd name="connsiteX1" fmla="*/ 1744182 w 1864952"/>
              <a:gd name="connsiteY1" fmla="*/ 0 h 451390"/>
              <a:gd name="connsiteX2" fmla="*/ 1864952 w 1864952"/>
              <a:gd name="connsiteY2" fmla="*/ 442763 h 451390"/>
              <a:gd name="connsiteX3" fmla="*/ 0 w 1864952"/>
              <a:gd name="connsiteY3" fmla="*/ 451390 h 451390"/>
              <a:gd name="connsiteX4" fmla="*/ 94890 w 1864952"/>
              <a:gd name="connsiteY4" fmla="*/ 69011 h 451390"/>
              <a:gd name="connsiteX0" fmla="*/ 94890 w 1830446"/>
              <a:gd name="connsiteY0" fmla="*/ 69011 h 494522"/>
              <a:gd name="connsiteX1" fmla="*/ 1744182 w 1830446"/>
              <a:gd name="connsiteY1" fmla="*/ 0 h 494522"/>
              <a:gd name="connsiteX2" fmla="*/ 1830446 w 1830446"/>
              <a:gd name="connsiteY2" fmla="*/ 494522 h 494522"/>
              <a:gd name="connsiteX3" fmla="*/ 0 w 1830446"/>
              <a:gd name="connsiteY3" fmla="*/ 451390 h 494522"/>
              <a:gd name="connsiteX4" fmla="*/ 94890 w 1830446"/>
              <a:gd name="connsiteY4" fmla="*/ 69011 h 494522"/>
              <a:gd name="connsiteX0" fmla="*/ 94890 w 2770725"/>
              <a:gd name="connsiteY0" fmla="*/ 8626 h 434137"/>
              <a:gd name="connsiteX1" fmla="*/ 2770725 w 2770725"/>
              <a:gd name="connsiteY1" fmla="*/ 0 h 434137"/>
              <a:gd name="connsiteX2" fmla="*/ 1830446 w 2770725"/>
              <a:gd name="connsiteY2" fmla="*/ 434137 h 434137"/>
              <a:gd name="connsiteX3" fmla="*/ 0 w 2770725"/>
              <a:gd name="connsiteY3" fmla="*/ 391005 h 434137"/>
              <a:gd name="connsiteX4" fmla="*/ 94890 w 2770725"/>
              <a:gd name="connsiteY4" fmla="*/ 8626 h 434137"/>
              <a:gd name="connsiteX0" fmla="*/ 94890 w 2839736"/>
              <a:gd name="connsiteY0" fmla="*/ 8626 h 408257"/>
              <a:gd name="connsiteX1" fmla="*/ 2770725 w 2839736"/>
              <a:gd name="connsiteY1" fmla="*/ 0 h 408257"/>
              <a:gd name="connsiteX2" fmla="*/ 2839736 w 2839736"/>
              <a:gd name="connsiteY2" fmla="*/ 408257 h 408257"/>
              <a:gd name="connsiteX3" fmla="*/ 0 w 2839736"/>
              <a:gd name="connsiteY3" fmla="*/ 391005 h 408257"/>
              <a:gd name="connsiteX4" fmla="*/ 94890 w 2839736"/>
              <a:gd name="connsiteY4" fmla="*/ 8626 h 408257"/>
              <a:gd name="connsiteX0" fmla="*/ 94890 w 2822484"/>
              <a:gd name="connsiteY0" fmla="*/ 8626 h 442763"/>
              <a:gd name="connsiteX1" fmla="*/ 2770725 w 2822484"/>
              <a:gd name="connsiteY1" fmla="*/ 0 h 442763"/>
              <a:gd name="connsiteX2" fmla="*/ 2822484 w 2822484"/>
              <a:gd name="connsiteY2" fmla="*/ 442763 h 442763"/>
              <a:gd name="connsiteX3" fmla="*/ 0 w 2822484"/>
              <a:gd name="connsiteY3" fmla="*/ 391005 h 442763"/>
              <a:gd name="connsiteX4" fmla="*/ 94890 w 2822484"/>
              <a:gd name="connsiteY4" fmla="*/ 8626 h 442763"/>
              <a:gd name="connsiteX0" fmla="*/ 94890 w 2822484"/>
              <a:gd name="connsiteY0" fmla="*/ 8626 h 442763"/>
              <a:gd name="connsiteX1" fmla="*/ 2770725 w 2822484"/>
              <a:gd name="connsiteY1" fmla="*/ 0 h 442763"/>
              <a:gd name="connsiteX2" fmla="*/ 2822484 w 2822484"/>
              <a:gd name="connsiteY2" fmla="*/ 442763 h 442763"/>
              <a:gd name="connsiteX3" fmla="*/ 0 w 2822484"/>
              <a:gd name="connsiteY3" fmla="*/ 382378 h 442763"/>
              <a:gd name="connsiteX4" fmla="*/ 94890 w 2822484"/>
              <a:gd name="connsiteY4" fmla="*/ 8626 h 442763"/>
              <a:gd name="connsiteX0" fmla="*/ 94890 w 2796605"/>
              <a:gd name="connsiteY0" fmla="*/ 8626 h 434137"/>
              <a:gd name="connsiteX1" fmla="*/ 2770725 w 2796605"/>
              <a:gd name="connsiteY1" fmla="*/ 0 h 434137"/>
              <a:gd name="connsiteX2" fmla="*/ 2796605 w 2796605"/>
              <a:gd name="connsiteY2" fmla="*/ 434137 h 434137"/>
              <a:gd name="connsiteX3" fmla="*/ 0 w 2796605"/>
              <a:gd name="connsiteY3" fmla="*/ 382378 h 434137"/>
              <a:gd name="connsiteX4" fmla="*/ 94890 w 2796605"/>
              <a:gd name="connsiteY4" fmla="*/ 8626 h 434137"/>
              <a:gd name="connsiteX0" fmla="*/ 94890 w 2796605"/>
              <a:gd name="connsiteY0" fmla="*/ 0 h 425511"/>
              <a:gd name="connsiteX1" fmla="*/ 2572318 w 2796605"/>
              <a:gd name="connsiteY1" fmla="*/ 0 h 425511"/>
              <a:gd name="connsiteX2" fmla="*/ 2796605 w 2796605"/>
              <a:gd name="connsiteY2" fmla="*/ 425511 h 425511"/>
              <a:gd name="connsiteX3" fmla="*/ 0 w 2796605"/>
              <a:gd name="connsiteY3" fmla="*/ 373752 h 425511"/>
              <a:gd name="connsiteX4" fmla="*/ 94890 w 2796605"/>
              <a:gd name="connsiteY4" fmla="*/ 0 h 425511"/>
              <a:gd name="connsiteX0" fmla="*/ 94890 w 2649956"/>
              <a:gd name="connsiteY0" fmla="*/ 0 h 391005"/>
              <a:gd name="connsiteX1" fmla="*/ 2572318 w 2649956"/>
              <a:gd name="connsiteY1" fmla="*/ 0 h 391005"/>
              <a:gd name="connsiteX2" fmla="*/ 2649956 w 2649956"/>
              <a:gd name="connsiteY2" fmla="*/ 391005 h 391005"/>
              <a:gd name="connsiteX3" fmla="*/ 0 w 2649956"/>
              <a:gd name="connsiteY3" fmla="*/ 373752 h 391005"/>
              <a:gd name="connsiteX4" fmla="*/ 94890 w 2649956"/>
              <a:gd name="connsiteY4" fmla="*/ 0 h 391005"/>
              <a:gd name="connsiteX0" fmla="*/ 43132 w 2598198"/>
              <a:gd name="connsiteY0" fmla="*/ 0 h 408257"/>
              <a:gd name="connsiteX1" fmla="*/ 2520560 w 2598198"/>
              <a:gd name="connsiteY1" fmla="*/ 0 h 408257"/>
              <a:gd name="connsiteX2" fmla="*/ 2598198 w 2598198"/>
              <a:gd name="connsiteY2" fmla="*/ 391005 h 408257"/>
              <a:gd name="connsiteX3" fmla="*/ 0 w 2598198"/>
              <a:gd name="connsiteY3" fmla="*/ 408257 h 408257"/>
              <a:gd name="connsiteX4" fmla="*/ 43132 w 2598198"/>
              <a:gd name="connsiteY4" fmla="*/ 0 h 408257"/>
              <a:gd name="connsiteX0" fmla="*/ 43132 w 2960508"/>
              <a:gd name="connsiteY0" fmla="*/ 8626 h 416883"/>
              <a:gd name="connsiteX1" fmla="*/ 2960508 w 2960508"/>
              <a:gd name="connsiteY1" fmla="*/ 0 h 416883"/>
              <a:gd name="connsiteX2" fmla="*/ 2598198 w 2960508"/>
              <a:gd name="connsiteY2" fmla="*/ 399631 h 416883"/>
              <a:gd name="connsiteX3" fmla="*/ 0 w 2960508"/>
              <a:gd name="connsiteY3" fmla="*/ 416883 h 416883"/>
              <a:gd name="connsiteX4" fmla="*/ 43132 w 2960508"/>
              <a:gd name="connsiteY4" fmla="*/ 8626 h 416883"/>
              <a:gd name="connsiteX0" fmla="*/ 43132 w 2960508"/>
              <a:gd name="connsiteY0" fmla="*/ 8626 h 416883"/>
              <a:gd name="connsiteX1" fmla="*/ 2960508 w 2960508"/>
              <a:gd name="connsiteY1" fmla="*/ 0 h 416883"/>
              <a:gd name="connsiteX2" fmla="*/ 2882870 w 2960508"/>
              <a:gd name="connsiteY2" fmla="*/ 408257 h 416883"/>
              <a:gd name="connsiteX3" fmla="*/ 0 w 2960508"/>
              <a:gd name="connsiteY3" fmla="*/ 416883 h 416883"/>
              <a:gd name="connsiteX4" fmla="*/ 43132 w 2960508"/>
              <a:gd name="connsiteY4" fmla="*/ 8626 h 416883"/>
              <a:gd name="connsiteX0" fmla="*/ 0 w 2995014"/>
              <a:gd name="connsiteY0" fmla="*/ 25879 h 416883"/>
              <a:gd name="connsiteX1" fmla="*/ 2995014 w 2995014"/>
              <a:gd name="connsiteY1" fmla="*/ 0 h 416883"/>
              <a:gd name="connsiteX2" fmla="*/ 2917376 w 2995014"/>
              <a:gd name="connsiteY2" fmla="*/ 408257 h 416883"/>
              <a:gd name="connsiteX3" fmla="*/ 34506 w 2995014"/>
              <a:gd name="connsiteY3" fmla="*/ 416883 h 416883"/>
              <a:gd name="connsiteX4" fmla="*/ 0 w 2995014"/>
              <a:gd name="connsiteY4" fmla="*/ 25879 h 416883"/>
              <a:gd name="connsiteX0" fmla="*/ 0 w 2995014"/>
              <a:gd name="connsiteY0" fmla="*/ 25879 h 416883"/>
              <a:gd name="connsiteX1" fmla="*/ 2995014 w 2995014"/>
              <a:gd name="connsiteY1" fmla="*/ 0 h 416883"/>
              <a:gd name="connsiteX2" fmla="*/ 2917376 w 2995014"/>
              <a:gd name="connsiteY2" fmla="*/ 408257 h 416883"/>
              <a:gd name="connsiteX3" fmla="*/ 60385 w 2995014"/>
              <a:gd name="connsiteY3" fmla="*/ 416883 h 416883"/>
              <a:gd name="connsiteX4" fmla="*/ 0 w 2995014"/>
              <a:gd name="connsiteY4" fmla="*/ 25879 h 416883"/>
              <a:gd name="connsiteX0" fmla="*/ 25879 w 3020893"/>
              <a:gd name="connsiteY0" fmla="*/ 25879 h 434136"/>
              <a:gd name="connsiteX1" fmla="*/ 3020893 w 3020893"/>
              <a:gd name="connsiteY1" fmla="*/ 0 h 434136"/>
              <a:gd name="connsiteX2" fmla="*/ 2943255 w 3020893"/>
              <a:gd name="connsiteY2" fmla="*/ 408257 h 434136"/>
              <a:gd name="connsiteX3" fmla="*/ 0 w 3020893"/>
              <a:gd name="connsiteY3" fmla="*/ 434136 h 434136"/>
              <a:gd name="connsiteX4" fmla="*/ 25879 w 3020893"/>
              <a:gd name="connsiteY4" fmla="*/ 25879 h 434136"/>
              <a:gd name="connsiteX0" fmla="*/ 51759 w 3020893"/>
              <a:gd name="connsiteY0" fmla="*/ 25879 h 434136"/>
              <a:gd name="connsiteX1" fmla="*/ 3020893 w 3020893"/>
              <a:gd name="connsiteY1" fmla="*/ 0 h 434136"/>
              <a:gd name="connsiteX2" fmla="*/ 2943255 w 3020893"/>
              <a:gd name="connsiteY2" fmla="*/ 408257 h 434136"/>
              <a:gd name="connsiteX3" fmla="*/ 0 w 3020893"/>
              <a:gd name="connsiteY3" fmla="*/ 434136 h 434136"/>
              <a:gd name="connsiteX4" fmla="*/ 51759 w 3020893"/>
              <a:gd name="connsiteY4" fmla="*/ 25879 h 434136"/>
              <a:gd name="connsiteX0" fmla="*/ 51759 w 2943255"/>
              <a:gd name="connsiteY0" fmla="*/ 34505 h 442762"/>
              <a:gd name="connsiteX1" fmla="*/ 1554403 w 2943255"/>
              <a:gd name="connsiteY1" fmla="*/ 0 h 442762"/>
              <a:gd name="connsiteX2" fmla="*/ 2943255 w 2943255"/>
              <a:gd name="connsiteY2" fmla="*/ 416883 h 442762"/>
              <a:gd name="connsiteX3" fmla="*/ 0 w 2943255"/>
              <a:gd name="connsiteY3" fmla="*/ 442762 h 442762"/>
              <a:gd name="connsiteX4" fmla="*/ 51759 w 2943255"/>
              <a:gd name="connsiteY4" fmla="*/ 34505 h 442762"/>
              <a:gd name="connsiteX0" fmla="*/ 51759 w 1571655"/>
              <a:gd name="connsiteY0" fmla="*/ 34505 h 442762"/>
              <a:gd name="connsiteX1" fmla="*/ 1554403 w 1571655"/>
              <a:gd name="connsiteY1" fmla="*/ 0 h 442762"/>
              <a:gd name="connsiteX2" fmla="*/ 1571655 w 1571655"/>
              <a:gd name="connsiteY2" fmla="*/ 425509 h 442762"/>
              <a:gd name="connsiteX3" fmla="*/ 0 w 1571655"/>
              <a:gd name="connsiteY3" fmla="*/ 442762 h 442762"/>
              <a:gd name="connsiteX4" fmla="*/ 51759 w 1571655"/>
              <a:gd name="connsiteY4" fmla="*/ 34505 h 442762"/>
              <a:gd name="connsiteX0" fmla="*/ 0 w 1519896"/>
              <a:gd name="connsiteY0" fmla="*/ 34505 h 434136"/>
              <a:gd name="connsiteX1" fmla="*/ 1502644 w 1519896"/>
              <a:gd name="connsiteY1" fmla="*/ 0 h 434136"/>
              <a:gd name="connsiteX2" fmla="*/ 1519896 w 1519896"/>
              <a:gd name="connsiteY2" fmla="*/ 425509 h 434136"/>
              <a:gd name="connsiteX3" fmla="*/ 34505 w 1519896"/>
              <a:gd name="connsiteY3" fmla="*/ 434136 h 434136"/>
              <a:gd name="connsiteX4" fmla="*/ 0 w 1519896"/>
              <a:gd name="connsiteY4" fmla="*/ 34505 h 434136"/>
              <a:gd name="connsiteX0" fmla="*/ 0 w 3365949"/>
              <a:gd name="connsiteY0" fmla="*/ 43132 h 442763"/>
              <a:gd name="connsiteX1" fmla="*/ 3365949 w 3365949"/>
              <a:gd name="connsiteY1" fmla="*/ 0 h 442763"/>
              <a:gd name="connsiteX2" fmla="*/ 1519896 w 3365949"/>
              <a:gd name="connsiteY2" fmla="*/ 434136 h 442763"/>
              <a:gd name="connsiteX3" fmla="*/ 34505 w 3365949"/>
              <a:gd name="connsiteY3" fmla="*/ 442763 h 442763"/>
              <a:gd name="connsiteX4" fmla="*/ 0 w 3365949"/>
              <a:gd name="connsiteY4" fmla="*/ 43132 h 442763"/>
              <a:gd name="connsiteX0" fmla="*/ 0 w 3365949"/>
              <a:gd name="connsiteY0" fmla="*/ 43132 h 442763"/>
              <a:gd name="connsiteX1" fmla="*/ 3365949 w 3365949"/>
              <a:gd name="connsiteY1" fmla="*/ 0 h 442763"/>
              <a:gd name="connsiteX2" fmla="*/ 3141662 w 3365949"/>
              <a:gd name="connsiteY2" fmla="*/ 434136 h 442763"/>
              <a:gd name="connsiteX3" fmla="*/ 34505 w 3365949"/>
              <a:gd name="connsiteY3" fmla="*/ 442763 h 442763"/>
              <a:gd name="connsiteX4" fmla="*/ 0 w 3365949"/>
              <a:gd name="connsiteY4" fmla="*/ 43132 h 442763"/>
              <a:gd name="connsiteX0" fmla="*/ 0 w 3202047"/>
              <a:gd name="connsiteY0" fmla="*/ 17253 h 416884"/>
              <a:gd name="connsiteX1" fmla="*/ 3202047 w 3202047"/>
              <a:gd name="connsiteY1" fmla="*/ 0 h 416884"/>
              <a:gd name="connsiteX2" fmla="*/ 3141662 w 3202047"/>
              <a:gd name="connsiteY2" fmla="*/ 408257 h 416884"/>
              <a:gd name="connsiteX3" fmla="*/ 34505 w 3202047"/>
              <a:gd name="connsiteY3" fmla="*/ 416884 h 416884"/>
              <a:gd name="connsiteX4" fmla="*/ 0 w 3202047"/>
              <a:gd name="connsiteY4" fmla="*/ 17253 h 416884"/>
              <a:gd name="connsiteX0" fmla="*/ 0 w 3202047"/>
              <a:gd name="connsiteY0" fmla="*/ 60385 h 460016"/>
              <a:gd name="connsiteX1" fmla="*/ 3202047 w 3202047"/>
              <a:gd name="connsiteY1" fmla="*/ 0 h 460016"/>
              <a:gd name="connsiteX2" fmla="*/ 3141662 w 3202047"/>
              <a:gd name="connsiteY2" fmla="*/ 451389 h 460016"/>
              <a:gd name="connsiteX3" fmla="*/ 34505 w 3202047"/>
              <a:gd name="connsiteY3" fmla="*/ 460016 h 460016"/>
              <a:gd name="connsiteX4" fmla="*/ 0 w 3202047"/>
              <a:gd name="connsiteY4" fmla="*/ 60385 h 460016"/>
              <a:gd name="connsiteX0" fmla="*/ 0 w 3202047"/>
              <a:gd name="connsiteY0" fmla="*/ 60385 h 460016"/>
              <a:gd name="connsiteX1" fmla="*/ 3202047 w 3202047"/>
              <a:gd name="connsiteY1" fmla="*/ 0 h 460016"/>
              <a:gd name="connsiteX2" fmla="*/ 3167541 w 3202047"/>
              <a:gd name="connsiteY2" fmla="*/ 416884 h 460016"/>
              <a:gd name="connsiteX3" fmla="*/ 34505 w 3202047"/>
              <a:gd name="connsiteY3" fmla="*/ 460016 h 460016"/>
              <a:gd name="connsiteX4" fmla="*/ 0 w 3202047"/>
              <a:gd name="connsiteY4" fmla="*/ 60385 h 4600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02047" h="460016">
                <a:moveTo>
                  <a:pt x="0" y="60385"/>
                </a:moveTo>
                <a:lnTo>
                  <a:pt x="3202047" y="0"/>
                </a:lnTo>
                <a:lnTo>
                  <a:pt x="3167541" y="416884"/>
                </a:lnTo>
                <a:lnTo>
                  <a:pt x="34505" y="460016"/>
                </a:lnTo>
                <a:lnTo>
                  <a:pt x="0" y="60385"/>
                </a:lnTo>
                <a:close/>
              </a:path>
            </a:pathLst>
          </a:custGeom>
          <a:solidFill>
            <a:srgbClr val="1A42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Inhaltsplatzhalter 1"/>
          <p:cNvSpPr>
            <a:spLocks noGrp="1"/>
          </p:cNvSpPr>
          <p:nvPr>
            <p:ph sz="quarter" idx="10"/>
          </p:nvPr>
        </p:nvSpPr>
        <p:spPr>
          <a:xfrm>
            <a:off x="515936" y="555931"/>
            <a:ext cx="11160125" cy="1057334"/>
          </a:xfrm>
        </p:spPr>
        <p:txBody>
          <a:bodyPr/>
          <a:lstStyle/>
          <a:p>
            <a:r>
              <a:rPr lang="de-DE" dirty="0"/>
              <a:t>Intelligent Robotics Lab</a:t>
            </a:r>
            <a:endParaRPr lang="de-DE" dirty="0">
              <a:solidFill>
                <a:srgbClr val="1A4273"/>
              </a:solidFill>
            </a:endParaRPr>
          </a:p>
        </p:txBody>
      </p:sp>
      <p:sp>
        <p:nvSpPr>
          <p:cNvPr id="11" name="Rechteck 10"/>
          <p:cNvSpPr/>
          <p:nvPr/>
        </p:nvSpPr>
        <p:spPr>
          <a:xfrm>
            <a:off x="0" y="6795435"/>
            <a:ext cx="12192000" cy="72000"/>
          </a:xfrm>
          <a:prstGeom prst="rect">
            <a:avLst/>
          </a:prstGeom>
          <a:solidFill>
            <a:srgbClr val="1A42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Titel 1"/>
          <p:cNvSpPr txBox="1">
            <a:spLocks/>
          </p:cNvSpPr>
          <p:nvPr/>
        </p:nvSpPr>
        <p:spPr>
          <a:xfrm>
            <a:off x="2063552" y="1693621"/>
            <a:ext cx="8229600" cy="1832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de-DE"/>
            </a:defPPr>
            <a:lvl1pPr algn="ctr">
              <a:spcBef>
                <a:spcPct val="0"/>
              </a:spcBef>
              <a:buNone/>
              <a:defRPr sz="44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endParaRPr lang="de-DE"/>
          </a:p>
        </p:txBody>
      </p:sp>
      <p:pic>
        <p:nvPicPr>
          <p:cNvPr id="10" name="Picture 2" descr="http://tc-cham.hdu-deggendorf.de/images/stories/bildarchiv/bild_07_g.jpg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891451" y="4327479"/>
            <a:ext cx="2218861" cy="1664146"/>
          </a:xfrm>
          <a:prstGeom prst="rect">
            <a:avLst/>
          </a:prstGeom>
          <a:noFill/>
        </p:spPr>
      </p:pic>
      <p:pic>
        <p:nvPicPr>
          <p:cNvPr id="12" name="Grafik 11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50236" y="4327479"/>
            <a:ext cx="2180960" cy="1666130"/>
          </a:xfrm>
          <a:prstGeom prst="rect">
            <a:avLst/>
          </a:prstGeom>
        </p:spPr>
      </p:pic>
      <p:sp>
        <p:nvSpPr>
          <p:cNvPr id="16" name="Titel 1"/>
          <p:cNvSpPr txBox="1">
            <a:spLocks/>
          </p:cNvSpPr>
          <p:nvPr/>
        </p:nvSpPr>
        <p:spPr>
          <a:xfrm>
            <a:off x="2590800" y="1784065"/>
            <a:ext cx="7366000" cy="1685512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IN" sz="2400" b="1" dirty="0">
                <a:solidFill>
                  <a:schemeClr val="tx2">
                    <a:lumMod val="50000"/>
                    <a:lumOff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Octo-Bouncer : </a:t>
            </a:r>
            <a:r>
              <a:rPr lang="en-US" sz="2400" b="1" dirty="0">
                <a:solidFill>
                  <a:schemeClr val="tx2">
                    <a:lumMod val="50000"/>
                    <a:lumOff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Development of a multi-actuated platform for dynamic object</a:t>
            </a:r>
            <a:endParaRPr lang="ru-RU" sz="2400" b="1" dirty="0">
              <a:solidFill>
                <a:schemeClr val="tx2">
                  <a:lumMod val="50000"/>
                  <a:lumOff val="50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3" name="Grafik 2"/>
          <p:cNvPicPr>
            <a:picLocks noChangeAspect="1"/>
          </p:cNvPicPr>
          <p:nvPr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406351" y="4335689"/>
            <a:ext cx="3183630" cy="1664791"/>
          </a:xfrm>
          <a:prstGeom prst="rect">
            <a:avLst/>
          </a:prstGeom>
        </p:spPr>
      </p:pic>
      <p:pic>
        <p:nvPicPr>
          <p:cNvPr id="5" name="Grafik 4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66" t="11401" r="16399" b="13091"/>
          <a:stretch/>
        </p:blipFill>
        <p:spPr>
          <a:xfrm>
            <a:off x="989759" y="4335689"/>
            <a:ext cx="2356337" cy="1642073"/>
          </a:xfrm>
          <a:prstGeom prst="rect">
            <a:avLst/>
          </a:prstGeom>
        </p:spPr>
      </p:pic>
      <p:sp>
        <p:nvSpPr>
          <p:cNvPr id="8" name="Titel 1">
            <a:extLst>
              <a:ext uri="{FF2B5EF4-FFF2-40B4-BE49-F238E27FC236}">
                <a16:creationId xmlns:a16="http://schemas.microsoft.com/office/drawing/2014/main" id="{42F1C04C-6D2B-1016-C519-0B47A0C329A2}"/>
              </a:ext>
            </a:extLst>
          </p:cNvPr>
          <p:cNvSpPr txBox="1">
            <a:spLocks/>
          </p:cNvSpPr>
          <p:nvPr/>
        </p:nvSpPr>
        <p:spPr>
          <a:xfrm>
            <a:off x="7456226" y="3190763"/>
            <a:ext cx="4289947" cy="830924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sz="1400" dirty="0">
                <a:solidFill>
                  <a:srgbClr val="1A4273"/>
                </a:solidFill>
                <a:latin typeface="Verdana"/>
                <a:ea typeface="Verdana"/>
                <a:cs typeface="+mj-lt"/>
              </a:rPr>
              <a:t>Student: Anandhu Vijayan</a:t>
            </a:r>
          </a:p>
          <a:p>
            <a:pPr algn="ctr">
              <a:lnSpc>
                <a:spcPct val="150000"/>
              </a:lnSpc>
            </a:pPr>
            <a:r>
              <a:rPr lang="en-US" sz="1400" dirty="0">
                <a:solidFill>
                  <a:srgbClr val="1A4273"/>
                </a:solidFill>
                <a:latin typeface="Verdana"/>
                <a:ea typeface="Verdana"/>
                <a:cs typeface="+mj-lt"/>
              </a:rPr>
              <a:t>Submission date: September 13 </a:t>
            </a:r>
          </a:p>
          <a:p>
            <a:pPr algn="ctr">
              <a:lnSpc>
                <a:spcPct val="150000"/>
              </a:lnSpc>
            </a:pPr>
            <a:r>
              <a:rPr lang="en-US" sz="1400" dirty="0">
                <a:solidFill>
                  <a:srgbClr val="1A4273"/>
                </a:solidFill>
                <a:latin typeface="Verdana"/>
                <a:ea typeface="Verdana"/>
                <a:cs typeface="+mj-lt"/>
              </a:rPr>
              <a:t>Supervisor: Prof. Dr. </a:t>
            </a:r>
            <a:r>
              <a:rPr lang="en-US" sz="1400" dirty="0" err="1">
                <a:solidFill>
                  <a:srgbClr val="1A4273"/>
                </a:solidFill>
                <a:latin typeface="Verdana"/>
                <a:ea typeface="Verdana"/>
                <a:cs typeface="+mj-lt"/>
              </a:rPr>
              <a:t>Dmitrii</a:t>
            </a:r>
            <a:r>
              <a:rPr lang="en-US" sz="1400" dirty="0">
                <a:solidFill>
                  <a:srgbClr val="1A4273"/>
                </a:solidFill>
                <a:latin typeface="Verdana"/>
                <a:ea typeface="Verdana"/>
                <a:cs typeface="+mj-lt"/>
              </a:rPr>
              <a:t> </a:t>
            </a:r>
            <a:r>
              <a:rPr lang="en-US" sz="1400" dirty="0" err="1">
                <a:solidFill>
                  <a:srgbClr val="1A4273"/>
                </a:solidFill>
                <a:latin typeface="Verdana"/>
                <a:ea typeface="Verdana"/>
                <a:cs typeface="+mj-lt"/>
              </a:rPr>
              <a:t>Dobriborsci</a:t>
            </a:r>
            <a:endParaRPr lang="en-US" sz="1400" dirty="0">
              <a:solidFill>
                <a:srgbClr val="1A4273"/>
              </a:solidFill>
              <a:latin typeface="Verdana"/>
              <a:ea typeface="Verdana"/>
              <a:cs typeface="+mj-lt"/>
            </a:endParaRPr>
          </a:p>
          <a:p>
            <a:pPr algn="ctr">
              <a:lnSpc>
                <a:spcPct val="150000"/>
              </a:lnSpc>
            </a:pPr>
            <a:endParaRPr lang="de-DE" sz="2400" b="1" dirty="0">
              <a:solidFill>
                <a:srgbClr val="1A4273"/>
              </a:solidFill>
              <a:latin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48267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9"/>
          <p:cNvSpPr txBox="1">
            <a:spLocks noChangeArrowheads="1"/>
          </p:cNvSpPr>
          <p:nvPr/>
        </p:nvSpPr>
        <p:spPr>
          <a:xfrm>
            <a:off x="2027" y="288321"/>
            <a:ext cx="6598278" cy="461665"/>
          </a:xfrm>
          <a:prstGeom prst="rect">
            <a:avLst/>
          </a:prstGeom>
          <a:solidFill>
            <a:schemeClr val="bg1">
              <a:lumMod val="85000"/>
              <a:alpha val="80000"/>
            </a:schemeClr>
          </a:solidFill>
        </p:spPr>
        <p:txBody>
          <a:bodyPr wrap="square" lIns="91440" tIns="45720" rIns="91440" bIns="45720" anchor="t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vantGarde Bk BT" pitchFamily="34" charset="0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vantGarde Bk BT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vantGarde Bk BT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vantGarde Bk BT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vantGarde Bk BT" pitchFamily="34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vantGarde Bk BT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vantGarde Bk BT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vantGarde Bk BT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vantGarde Bk BT" pitchFamily="34" charset="0"/>
              </a:defRPr>
            </a:lvl9pPr>
          </a:lstStyle>
          <a:p>
            <a:pPr>
              <a:tabLst>
                <a:tab pos="1466850" algn="l"/>
              </a:tabLst>
              <a:defRPr/>
            </a:pPr>
            <a:r>
              <a:rPr lang="de-DE" b="1" dirty="0">
                <a:solidFill>
                  <a:srgbClr val="1A4273"/>
                </a:solidFill>
                <a:latin typeface="AvantGarde Md BT"/>
              </a:rPr>
              <a:t>           Problem </a:t>
            </a:r>
            <a:r>
              <a:rPr lang="de-DE" b="1" dirty="0" err="1">
                <a:solidFill>
                  <a:srgbClr val="1A4273"/>
                </a:solidFill>
                <a:latin typeface="AvantGarde Md BT"/>
              </a:rPr>
              <a:t>definition</a:t>
            </a:r>
            <a:endParaRPr lang="de-DE" b="1" dirty="0">
              <a:solidFill>
                <a:srgbClr val="1A4273"/>
              </a:solidFill>
              <a:latin typeface="AvantGarde Md BT"/>
            </a:endParaRPr>
          </a:p>
        </p:txBody>
      </p:sp>
      <p:pic>
        <p:nvPicPr>
          <p:cNvPr id="8" name="Picture 5" descr="I:\arrow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99858" y="394254"/>
            <a:ext cx="276225" cy="276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6" name="Foliennummernplatzhalter 8">
            <a:extLst>
              <a:ext uri="{FF2B5EF4-FFF2-40B4-BE49-F238E27FC236}">
                <a16:creationId xmlns:a16="http://schemas.microsoft.com/office/drawing/2014/main" id="{BB36C356-8ED2-4D48-8D54-FF2177A806BC}"/>
              </a:ext>
            </a:extLst>
          </p:cNvPr>
          <p:cNvSpPr txBox="1">
            <a:spLocks/>
          </p:cNvSpPr>
          <p:nvPr/>
        </p:nvSpPr>
        <p:spPr>
          <a:xfrm>
            <a:off x="9039225" y="6356350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05FEBB84-A833-4D9F-8E64-647D4209DE1B}" type="slidenum">
              <a:rPr lang="de-DE" sz="1200">
                <a:solidFill>
                  <a:schemeClr val="tx1">
                    <a:tint val="75000"/>
                  </a:schemeClr>
                </a:solidFill>
              </a:rPr>
              <a:pPr algn="r"/>
              <a:t>2</a:t>
            </a:fld>
            <a:endParaRPr lang="de-DE" sz="1200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3" name="CustomShape 1">
            <a:extLst>
              <a:ext uri="{FF2B5EF4-FFF2-40B4-BE49-F238E27FC236}">
                <a16:creationId xmlns:a16="http://schemas.microsoft.com/office/drawing/2014/main" id="{16BDB008-7C21-0FF8-8C8B-616B4F738079}"/>
              </a:ext>
            </a:extLst>
          </p:cNvPr>
          <p:cNvSpPr/>
          <p:nvPr/>
        </p:nvSpPr>
        <p:spPr>
          <a:xfrm>
            <a:off x="336572" y="1050803"/>
            <a:ext cx="8156462" cy="439975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285840" indent="-285120" algn="just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000" b="1" dirty="0">
                <a:latin typeface="Verdana" panose="020B0604030504040204" pitchFamily="34" charset="0"/>
                <a:ea typeface="Verdana" panose="020B0604030504040204" pitchFamily="34" charset="0"/>
              </a:rPr>
              <a:t>Octo-Bouncer</a:t>
            </a:r>
          </a:p>
          <a:p>
            <a:pPr marL="720" algn="just">
              <a:lnSpc>
                <a:spcPct val="100000"/>
              </a:lnSpc>
              <a:buClr>
                <a:srgbClr val="000000"/>
              </a:buClr>
            </a:pPr>
            <a:r>
              <a:rPr lang="en-US" sz="2400" b="1" dirty="0">
                <a:latin typeface="Verdana" panose="020B0604030504040204" pitchFamily="34" charset="0"/>
                <a:ea typeface="Verdana" panose="020B0604030504040204" pitchFamily="34" charset="0"/>
              </a:rPr>
              <a:t>	</a:t>
            </a: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One of the most challenging problems in a control system is balancing a system. The </a:t>
            </a:r>
            <a:r>
              <a:rPr lang="en-US" sz="1600" b="1" dirty="0">
                <a:latin typeface="Verdana" panose="020B0604030504040204" pitchFamily="34" charset="0"/>
                <a:ea typeface="Verdana" panose="020B0604030504040204" pitchFamily="34" charset="0"/>
              </a:rPr>
              <a:t>Octa-Bouncer</a:t>
            </a: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 is a multi-actuated dynamic manipulation system that uses camera-based ball tracking and closed-loop control to generate corrective platform motions that stabilize and influence a bouncing ball.</a:t>
            </a:r>
          </a:p>
          <a:p>
            <a:pPr marL="720" algn="just">
              <a:lnSpc>
                <a:spcPct val="100000"/>
              </a:lnSpc>
              <a:buClr>
                <a:srgbClr val="000000"/>
              </a:buClr>
            </a:pPr>
            <a:endParaRPr lang="en-US" sz="2400" dirty="0"/>
          </a:p>
          <a:p>
            <a:pPr marL="343620" indent="-342900" algn="just">
              <a:lnSpc>
                <a:spcPct val="100000"/>
              </a:lnSpc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2000" b="1" spc="-1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Problem statement</a:t>
            </a:r>
          </a:p>
          <a:p>
            <a:pPr marL="800820" lvl="1" indent="-342900" algn="just"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To develop a real-time robotic platform that can track, predict, and control the motion of a bouncing ball using multiple actuators and visual feedback, ensuring continuous and stable bouncing through closed-loop control.</a:t>
            </a:r>
          </a:p>
          <a:p>
            <a:pPr marL="743040" lvl="1" indent="-285120" algn="just">
              <a:buClr>
                <a:srgbClr val="000000"/>
              </a:buClr>
              <a:buFont typeface="Arial"/>
              <a:buChar char="•"/>
            </a:pP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This thesis is relevant because it addresses the challenge of controlling fast, unpredictable dynamic objects using real-time feedback. The system demonstrates important modern robotics skills in computer vision, control, and embedded systems.</a:t>
            </a:r>
            <a:r>
              <a:rPr lang="en-US" sz="1600" spc="-1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7E93889-AB9C-EDA4-E82E-2FD0EA3B12B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48943" y="2147463"/>
            <a:ext cx="2743199" cy="2563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54449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4AD2A0-67A1-0396-EBD3-232497834D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9">
            <a:extLst>
              <a:ext uri="{FF2B5EF4-FFF2-40B4-BE49-F238E27FC236}">
                <a16:creationId xmlns:a16="http://schemas.microsoft.com/office/drawing/2014/main" id="{FD692C1F-1511-5EAC-55A0-6C593C6A6A2A}"/>
              </a:ext>
            </a:extLst>
          </p:cNvPr>
          <p:cNvSpPr txBox="1">
            <a:spLocks noChangeArrowheads="1"/>
          </p:cNvSpPr>
          <p:nvPr/>
        </p:nvSpPr>
        <p:spPr>
          <a:xfrm>
            <a:off x="2027" y="288321"/>
            <a:ext cx="6598278" cy="461665"/>
          </a:xfrm>
          <a:prstGeom prst="rect">
            <a:avLst/>
          </a:prstGeom>
          <a:solidFill>
            <a:schemeClr val="bg1">
              <a:lumMod val="85000"/>
              <a:alpha val="80000"/>
            </a:schemeClr>
          </a:solidFill>
        </p:spPr>
        <p:txBody>
          <a:bodyPr wrap="square" lIns="91440" tIns="45720" rIns="91440" bIns="45720" anchor="t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vantGarde Bk BT" pitchFamily="34" charset="0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vantGarde Bk BT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vantGarde Bk BT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vantGarde Bk BT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vantGarde Bk BT" pitchFamily="34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vantGarde Bk BT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vantGarde Bk BT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vantGarde Bk BT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vantGarde Bk BT" pitchFamily="34" charset="0"/>
              </a:defRPr>
            </a:lvl9pPr>
          </a:lstStyle>
          <a:p>
            <a:pPr>
              <a:tabLst>
                <a:tab pos="1466850" algn="l"/>
              </a:tabLst>
              <a:defRPr/>
            </a:pPr>
            <a:r>
              <a:rPr lang="de-DE" b="1" dirty="0">
                <a:solidFill>
                  <a:srgbClr val="1A4273"/>
                </a:solidFill>
                <a:latin typeface="AvantGarde Md BT"/>
              </a:rPr>
              <a:t>           Problem </a:t>
            </a:r>
            <a:r>
              <a:rPr lang="de-DE" b="1" dirty="0" err="1">
                <a:solidFill>
                  <a:srgbClr val="1A4273"/>
                </a:solidFill>
                <a:latin typeface="AvantGarde Md BT"/>
              </a:rPr>
              <a:t>definition</a:t>
            </a:r>
            <a:endParaRPr lang="de-DE" b="1" dirty="0">
              <a:solidFill>
                <a:srgbClr val="1A4273"/>
              </a:solidFill>
              <a:latin typeface="AvantGarde Md BT"/>
            </a:endParaRPr>
          </a:p>
        </p:txBody>
      </p:sp>
      <p:pic>
        <p:nvPicPr>
          <p:cNvPr id="8" name="Picture 5" descr="I:\arrow.GIF">
            <a:extLst>
              <a:ext uri="{FF2B5EF4-FFF2-40B4-BE49-F238E27FC236}">
                <a16:creationId xmlns:a16="http://schemas.microsoft.com/office/drawing/2014/main" id="{108506A5-4C3A-0796-409B-4D8E3B9597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99858" y="394254"/>
            <a:ext cx="276225" cy="276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6" name="Foliennummernplatzhalter 8">
            <a:extLst>
              <a:ext uri="{FF2B5EF4-FFF2-40B4-BE49-F238E27FC236}">
                <a16:creationId xmlns:a16="http://schemas.microsoft.com/office/drawing/2014/main" id="{75A1DBDC-03AD-3EC5-3D88-1B1DBB2EA031}"/>
              </a:ext>
            </a:extLst>
          </p:cNvPr>
          <p:cNvSpPr txBox="1">
            <a:spLocks/>
          </p:cNvSpPr>
          <p:nvPr/>
        </p:nvSpPr>
        <p:spPr>
          <a:xfrm>
            <a:off x="9039225" y="6356350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05FEBB84-A833-4D9F-8E64-647D4209DE1B}" type="slidenum">
              <a:rPr lang="de-DE" sz="1200">
                <a:solidFill>
                  <a:schemeClr val="tx1">
                    <a:tint val="75000"/>
                  </a:schemeClr>
                </a:solidFill>
              </a:rPr>
              <a:pPr algn="r"/>
              <a:t>3</a:t>
            </a:fld>
            <a:endParaRPr lang="de-DE" sz="1200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3" name="CustomShape 1">
            <a:extLst>
              <a:ext uri="{FF2B5EF4-FFF2-40B4-BE49-F238E27FC236}">
                <a16:creationId xmlns:a16="http://schemas.microsoft.com/office/drawing/2014/main" id="{28D63622-872E-888E-107A-A9F9A9BDDFDD}"/>
              </a:ext>
            </a:extLst>
          </p:cNvPr>
          <p:cNvSpPr/>
          <p:nvPr/>
        </p:nvSpPr>
        <p:spPr>
          <a:xfrm>
            <a:off x="0" y="1076960"/>
            <a:ext cx="11247120" cy="449208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743040" lvl="1" indent="-285120" algn="just">
              <a:buClr>
                <a:srgbClr val="000000"/>
              </a:buClr>
              <a:buFont typeface="Arial"/>
              <a:buChar char="•"/>
            </a:pPr>
            <a:r>
              <a:rPr lang="en-US" sz="2000" b="1" strike="noStrike" spc="-1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Scope</a:t>
            </a:r>
          </a:p>
          <a:p>
            <a:pPr marL="1200240" lvl="2" indent="-285120" algn="just">
              <a:buClr>
                <a:srgbClr val="000000"/>
              </a:buClr>
              <a:buFont typeface="Arial"/>
              <a:buChar char="•"/>
            </a:pPr>
            <a:r>
              <a:rPr lang="en-US" sz="1600" strike="noStrike" spc="-1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Design and build a multi-actuated platform to control a bouncing ball</a:t>
            </a:r>
          </a:p>
          <a:p>
            <a:pPr marL="1200240" lvl="2" indent="-285120" algn="just">
              <a:buClr>
                <a:srgbClr val="000000"/>
              </a:buClr>
              <a:buFont typeface="Arial"/>
              <a:buChar char="•"/>
            </a:pPr>
            <a:r>
              <a:rPr lang="en-US" sz="1600" strike="noStrike" spc="-1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Implement camera-based ball tracking and real-time closed-loop control</a:t>
            </a:r>
          </a:p>
          <a:p>
            <a:pPr marL="1200240" lvl="2" indent="-285120" algn="just">
              <a:buClr>
                <a:srgbClr val="000000"/>
              </a:buClr>
              <a:buFont typeface="Arial"/>
              <a:buChar char="•"/>
            </a:pPr>
            <a:r>
              <a:rPr lang="en-US" sz="1600" strike="noStrike" spc="-1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Integrate embedded hardware, actuators, and computer vision</a:t>
            </a:r>
          </a:p>
          <a:p>
            <a:pPr marL="1200240" lvl="2" indent="-285120" algn="just">
              <a:buClr>
                <a:srgbClr val="000000"/>
              </a:buClr>
              <a:buFont typeface="Arial"/>
              <a:buChar char="•"/>
            </a:pPr>
            <a:r>
              <a:rPr lang="en-US" sz="1600" strike="noStrike" spc="-1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Evaluate system performance through experiments</a:t>
            </a:r>
            <a:endParaRPr lang="en-US" sz="2400" b="1" strike="noStrike" spc="-1" dirty="0">
              <a:solidFill>
                <a:srgbClr val="000000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743040" lvl="1" indent="-285120" algn="just">
              <a:buClr>
                <a:srgbClr val="000000"/>
              </a:buClr>
              <a:buFont typeface="Arial"/>
              <a:buChar char="•"/>
            </a:pPr>
            <a:r>
              <a:rPr lang="en-GB" sz="2000" b="1" dirty="0">
                <a:latin typeface="Verdana" panose="020B0604030504040204" pitchFamily="34" charset="0"/>
                <a:ea typeface="Verdana" panose="020B0604030504040204" pitchFamily="34" charset="0"/>
              </a:rPr>
              <a:t>Deliverables</a:t>
            </a:r>
            <a:r>
              <a:rPr lang="en-GB" sz="20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</a:p>
          <a:p>
            <a:pPr marL="1200240" lvl="2" indent="-285120" algn="just">
              <a:buClr>
                <a:srgbClr val="000000"/>
              </a:buClr>
              <a:buFont typeface="Arial"/>
              <a:buChar char="•"/>
            </a:pPr>
            <a:r>
              <a:rPr lang="en-GB" sz="1600" dirty="0">
                <a:latin typeface="Verdana" panose="020B0604030504040204" pitchFamily="34" charset="0"/>
                <a:ea typeface="Verdana" panose="020B0604030504040204" pitchFamily="34" charset="0"/>
              </a:rPr>
              <a:t>Functional hardware platform</a:t>
            </a:r>
          </a:p>
          <a:p>
            <a:pPr marL="1200240" lvl="2" indent="-285120" algn="just">
              <a:buClr>
                <a:srgbClr val="000000"/>
              </a:buClr>
              <a:buFont typeface="Arial"/>
              <a:buChar char="•"/>
            </a:pPr>
            <a:r>
              <a:rPr lang="en-GB" sz="1600" dirty="0">
                <a:latin typeface="Verdana" panose="020B0604030504040204" pitchFamily="34" charset="0"/>
                <a:ea typeface="Verdana" panose="020B0604030504040204" pitchFamily="34" charset="0"/>
              </a:rPr>
              <a:t>Embedded control firmware  </a:t>
            </a:r>
          </a:p>
          <a:p>
            <a:pPr marL="1200240" lvl="2" indent="-285120" algn="just">
              <a:buClr>
                <a:srgbClr val="000000"/>
              </a:buClr>
              <a:buFont typeface="Arial"/>
              <a:buChar char="•"/>
            </a:pPr>
            <a:r>
              <a:rPr lang="en-GB" sz="1600" dirty="0">
                <a:latin typeface="Verdana" panose="020B0604030504040204" pitchFamily="34" charset="0"/>
                <a:ea typeface="Verdana" panose="020B0604030504040204" pitchFamily="34" charset="0"/>
              </a:rPr>
              <a:t>vision tracking software [</a:t>
            </a:r>
            <a:r>
              <a:rPr lang="en-GB" sz="1600" b="1" dirty="0">
                <a:latin typeface="Verdana" panose="020B0604030504040204" pitchFamily="34" charset="0"/>
                <a:ea typeface="Verdana" panose="020B0604030504040204" pitchFamily="34" charset="0"/>
              </a:rPr>
              <a:t>if time constraints allows</a:t>
            </a:r>
            <a:r>
              <a:rPr lang="en-GB" sz="1600" dirty="0">
                <a:latin typeface="Verdana" panose="020B0604030504040204" pitchFamily="34" charset="0"/>
                <a:ea typeface="Verdana" panose="020B0604030504040204" pitchFamily="34" charset="0"/>
              </a:rPr>
              <a:t>]</a:t>
            </a:r>
          </a:p>
          <a:p>
            <a:pPr marL="1200240" lvl="2" indent="-285120" algn="just">
              <a:buClr>
                <a:srgbClr val="000000"/>
              </a:buClr>
              <a:buFont typeface="Arial"/>
              <a:buChar char="•"/>
            </a:pPr>
            <a:r>
              <a:rPr lang="en-GB" sz="1600" dirty="0">
                <a:latin typeface="Verdana" panose="020B0604030504040204" pitchFamily="34" charset="0"/>
                <a:ea typeface="Verdana" panose="020B0604030504040204" pitchFamily="34" charset="0"/>
              </a:rPr>
              <a:t>Control algorithm (e.g., PID) with experimental results</a:t>
            </a:r>
          </a:p>
          <a:p>
            <a:pPr marL="1200240" lvl="2" indent="-285120" algn="just">
              <a:buClr>
                <a:srgbClr val="000000"/>
              </a:buClr>
              <a:buFont typeface="Arial"/>
              <a:buChar char="•"/>
            </a:pPr>
            <a:r>
              <a:rPr lang="en-GB" sz="1600" dirty="0">
                <a:latin typeface="Verdana" panose="020B0604030504040204" pitchFamily="34" charset="0"/>
                <a:ea typeface="Verdana" panose="020B0604030504040204" pitchFamily="34" charset="0"/>
              </a:rPr>
              <a:t>Documentation (thesis, CAD, code, and BOM)</a:t>
            </a:r>
            <a:endParaRPr lang="en-GB" sz="1600" strike="noStrike" spc="-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743040" lvl="1" indent="-285120" algn="just">
              <a:buClr>
                <a:srgbClr val="000000"/>
              </a:buClr>
              <a:buFont typeface="Arial"/>
              <a:buChar char="•"/>
            </a:pPr>
            <a:r>
              <a:rPr lang="en-GB" sz="2000" b="1" strike="noStrike" spc="-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Limitations</a:t>
            </a:r>
          </a:p>
          <a:p>
            <a:pPr marL="1200240" lvl="2" indent="-285120" algn="just">
              <a:buClr>
                <a:srgbClr val="000000"/>
              </a:buClr>
              <a:buFont typeface="Arial"/>
              <a:buChar char="•"/>
            </a:pPr>
            <a:r>
              <a:rPr lang="en-US" sz="1600" strike="noStrike" spc="-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No multi-ball manipulation or juggling</a:t>
            </a:r>
          </a:p>
          <a:p>
            <a:pPr marL="1200240" lvl="2" indent="-285120" algn="just">
              <a:buClr>
                <a:srgbClr val="000000"/>
              </a:buClr>
              <a:buFont typeface="Arial"/>
              <a:buChar char="•"/>
            </a:pPr>
            <a:r>
              <a:rPr lang="en-US" sz="1600" strike="noStrike" spc="-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No advanced AI/ML control unless specified</a:t>
            </a:r>
          </a:p>
          <a:p>
            <a:pPr marL="1200240" lvl="2" indent="-285120" algn="just">
              <a:buClr>
                <a:srgbClr val="000000"/>
              </a:buClr>
              <a:buFont typeface="Arial"/>
              <a:buChar char="•"/>
            </a:pPr>
            <a:r>
              <a:rPr lang="en-US" sz="1600" strike="noStrike" spc="-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Limited operation in controlled indoor conditions only</a:t>
            </a:r>
            <a:endParaRPr lang="en-GB" sz="1600" strike="noStrike" spc="-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920" lvl="1">
              <a:buClr>
                <a:srgbClr val="000000"/>
              </a:buClr>
            </a:pPr>
            <a:endParaRPr lang="en-GB" sz="2400" spc="-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34257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9"/>
          <p:cNvSpPr txBox="1">
            <a:spLocks noChangeArrowheads="1"/>
          </p:cNvSpPr>
          <p:nvPr/>
        </p:nvSpPr>
        <p:spPr>
          <a:xfrm>
            <a:off x="2027" y="288321"/>
            <a:ext cx="6598278" cy="461665"/>
          </a:xfrm>
          <a:prstGeom prst="rect">
            <a:avLst/>
          </a:prstGeom>
          <a:solidFill>
            <a:schemeClr val="bg1">
              <a:lumMod val="85000"/>
              <a:alpha val="80000"/>
            </a:schemeClr>
          </a:solidFill>
        </p:spPr>
        <p:txBody>
          <a:bodyPr wrap="square" lIns="91440" tIns="45720" rIns="91440" bIns="45720" anchor="t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vantGarde Bk BT" pitchFamily="34" charset="0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vantGarde Bk BT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vantGarde Bk BT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vantGarde Bk BT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vantGarde Bk BT" pitchFamily="34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vantGarde Bk BT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vantGarde Bk BT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vantGarde Bk BT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vantGarde Bk BT" pitchFamily="34" charset="0"/>
              </a:defRPr>
            </a:lvl9pPr>
          </a:lstStyle>
          <a:p>
            <a:pPr>
              <a:tabLst>
                <a:tab pos="1466850" algn="l"/>
              </a:tabLst>
              <a:defRPr/>
            </a:pPr>
            <a:r>
              <a:rPr lang="de-DE" b="1" dirty="0">
                <a:solidFill>
                  <a:srgbClr val="1A4273"/>
                </a:solidFill>
                <a:latin typeface="AvantGarde Md BT"/>
              </a:rPr>
              <a:t>           Thesis </a:t>
            </a:r>
            <a:r>
              <a:rPr lang="de-DE" b="1" dirty="0" err="1">
                <a:solidFill>
                  <a:srgbClr val="1A4273"/>
                </a:solidFill>
                <a:latin typeface="AvantGarde Md BT"/>
              </a:rPr>
              <a:t>goal</a:t>
            </a:r>
            <a:endParaRPr lang="de-DE" b="1" dirty="0">
              <a:solidFill>
                <a:srgbClr val="1A4273"/>
              </a:solidFill>
              <a:latin typeface="AvantGarde Md BT"/>
            </a:endParaRPr>
          </a:p>
        </p:txBody>
      </p:sp>
      <p:pic>
        <p:nvPicPr>
          <p:cNvPr id="8" name="Picture 5" descr="I:\arrow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99858" y="394254"/>
            <a:ext cx="276225" cy="276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6" name="Foliennummernplatzhalter 8">
            <a:extLst>
              <a:ext uri="{FF2B5EF4-FFF2-40B4-BE49-F238E27FC236}">
                <a16:creationId xmlns:a16="http://schemas.microsoft.com/office/drawing/2014/main" id="{BB36C356-8ED2-4D48-8D54-FF2177A806BC}"/>
              </a:ext>
            </a:extLst>
          </p:cNvPr>
          <p:cNvSpPr txBox="1">
            <a:spLocks/>
          </p:cNvSpPr>
          <p:nvPr/>
        </p:nvSpPr>
        <p:spPr>
          <a:xfrm>
            <a:off x="9039225" y="6356350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05FEBB84-A833-4D9F-8E64-647D4209DE1B}" type="slidenum">
              <a:rPr lang="de-DE" sz="1200">
                <a:solidFill>
                  <a:schemeClr val="tx1">
                    <a:tint val="75000"/>
                  </a:schemeClr>
                </a:solidFill>
              </a:rPr>
              <a:pPr algn="r"/>
              <a:t>4</a:t>
            </a:fld>
            <a:endParaRPr lang="de-DE" sz="1200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3" name="CustomShape 3">
            <a:extLst>
              <a:ext uri="{FF2B5EF4-FFF2-40B4-BE49-F238E27FC236}">
                <a16:creationId xmlns:a16="http://schemas.microsoft.com/office/drawing/2014/main" id="{5620C2E6-6A11-3ABD-CA9E-4AFD19642B4E}"/>
              </a:ext>
            </a:extLst>
          </p:cNvPr>
          <p:cNvSpPr/>
          <p:nvPr/>
        </p:nvSpPr>
        <p:spPr>
          <a:xfrm>
            <a:off x="637970" y="1493520"/>
            <a:ext cx="7916760" cy="363030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strike="noStrike" spc="-1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Main objective</a:t>
            </a:r>
            <a:endParaRPr lang="en-US" b="1" spc="-1" dirty="0">
              <a:solidFill>
                <a:srgbClr val="000000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en-US" dirty="0"/>
              <a:t>	</a:t>
            </a: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The objective is to build a platform that can automatically keep a ball bouncing by tracking its motion with a camera and adjusting the platform in real time.</a:t>
            </a:r>
          </a:p>
          <a:p>
            <a:endParaRPr lang="en-US" sz="1600" strike="noStrike" spc="-1" dirty="0">
              <a:solidFill>
                <a:srgbClr val="000000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b="1" spc="-1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Sub-objectives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600" strike="noStrike" spc="-1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Build the hardware platform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600" strike="noStrike" spc="-1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Implement camera-based ball tracking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600" strike="noStrike" spc="-1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Develop and tune a closed-loop control algorithm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600" strike="noStrike" spc="-1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Integrate sensing and actuation in real time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600" strike="noStrike" spc="-1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Evaluate system performance through experiments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600" spc="-1" dirty="0">
              <a:solidFill>
                <a:srgbClr val="000000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600" strike="noStrike" spc="-1" dirty="0">
              <a:solidFill>
                <a:srgbClr val="000000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600" strike="noStrike" spc="-1" dirty="0">
              <a:solidFill>
                <a:srgbClr val="000000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21665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1506B8-4BB3-DF98-5FEF-FBE3F84835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9">
            <a:extLst>
              <a:ext uri="{FF2B5EF4-FFF2-40B4-BE49-F238E27FC236}">
                <a16:creationId xmlns:a16="http://schemas.microsoft.com/office/drawing/2014/main" id="{6BC15006-4478-E0ED-625F-CCB8730978A8}"/>
              </a:ext>
            </a:extLst>
          </p:cNvPr>
          <p:cNvSpPr txBox="1">
            <a:spLocks noChangeArrowheads="1"/>
          </p:cNvSpPr>
          <p:nvPr/>
        </p:nvSpPr>
        <p:spPr>
          <a:xfrm>
            <a:off x="2027" y="288321"/>
            <a:ext cx="6598278" cy="461665"/>
          </a:xfrm>
          <a:prstGeom prst="rect">
            <a:avLst/>
          </a:prstGeom>
          <a:solidFill>
            <a:schemeClr val="bg1">
              <a:lumMod val="85000"/>
              <a:alpha val="80000"/>
            </a:schemeClr>
          </a:solidFill>
        </p:spPr>
        <p:txBody>
          <a:bodyPr wrap="square" lIns="91440" tIns="45720" rIns="91440" bIns="45720" anchor="t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vantGarde Bk BT" pitchFamily="34" charset="0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vantGarde Bk BT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vantGarde Bk BT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vantGarde Bk BT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vantGarde Bk BT" pitchFamily="34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vantGarde Bk BT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vantGarde Bk BT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vantGarde Bk BT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vantGarde Bk BT" pitchFamily="34" charset="0"/>
              </a:defRPr>
            </a:lvl9pPr>
          </a:lstStyle>
          <a:p>
            <a:pPr>
              <a:tabLst>
                <a:tab pos="1466850" algn="l"/>
              </a:tabLst>
              <a:defRPr/>
            </a:pPr>
            <a:r>
              <a:rPr lang="de-DE" b="1" dirty="0">
                <a:solidFill>
                  <a:srgbClr val="1A4273"/>
                </a:solidFill>
                <a:latin typeface="AvantGarde Md BT"/>
              </a:rPr>
              <a:t>           Plan</a:t>
            </a:r>
          </a:p>
        </p:txBody>
      </p:sp>
      <p:pic>
        <p:nvPicPr>
          <p:cNvPr id="8" name="Picture 5" descr="I:\arrow.GIF">
            <a:extLst>
              <a:ext uri="{FF2B5EF4-FFF2-40B4-BE49-F238E27FC236}">
                <a16:creationId xmlns:a16="http://schemas.microsoft.com/office/drawing/2014/main" id="{B7EFF7C2-D421-2AA3-5252-F93A13BF44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99858" y="394254"/>
            <a:ext cx="276225" cy="276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6" name="Foliennummernplatzhalter 8">
            <a:extLst>
              <a:ext uri="{FF2B5EF4-FFF2-40B4-BE49-F238E27FC236}">
                <a16:creationId xmlns:a16="http://schemas.microsoft.com/office/drawing/2014/main" id="{FAF9C777-587D-0464-FE69-BB343480B61A}"/>
              </a:ext>
            </a:extLst>
          </p:cNvPr>
          <p:cNvSpPr txBox="1">
            <a:spLocks/>
          </p:cNvSpPr>
          <p:nvPr/>
        </p:nvSpPr>
        <p:spPr>
          <a:xfrm>
            <a:off x="9039225" y="6356350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05FEBB84-A833-4D9F-8E64-647D4209DE1B}" type="slidenum">
              <a:rPr lang="de-DE" sz="1200">
                <a:solidFill>
                  <a:schemeClr val="tx1">
                    <a:tint val="75000"/>
                  </a:schemeClr>
                </a:solidFill>
              </a:rPr>
              <a:pPr algn="r"/>
              <a:t>5</a:t>
            </a:fld>
            <a:endParaRPr lang="de-DE" sz="1200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3" name="CustomShape 3">
            <a:extLst>
              <a:ext uri="{FF2B5EF4-FFF2-40B4-BE49-F238E27FC236}">
                <a16:creationId xmlns:a16="http://schemas.microsoft.com/office/drawing/2014/main" id="{ABEEE73F-B07C-BF49-2B06-7DA04478A139}"/>
              </a:ext>
            </a:extLst>
          </p:cNvPr>
          <p:cNvSpPr/>
          <p:nvPr/>
        </p:nvSpPr>
        <p:spPr>
          <a:xfrm>
            <a:off x="319320" y="1083240"/>
            <a:ext cx="7048800" cy="39865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1" strike="noStrike" spc="-1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Plan </a:t>
            </a:r>
            <a:r>
              <a:rPr lang="en-US" sz="2000" b="1" strike="noStrike" spc="-1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for</a:t>
            </a:r>
            <a:r>
              <a:rPr lang="en-US" sz="1800" b="1" strike="noStrike" spc="-1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the last 2 weeks</a:t>
            </a:r>
            <a:endParaRPr lang="en-US" sz="1800" b="1" strike="noStrike" spc="-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8" name="CustomShape 1">
            <a:extLst>
              <a:ext uri="{FF2B5EF4-FFF2-40B4-BE49-F238E27FC236}">
                <a16:creationId xmlns:a16="http://schemas.microsoft.com/office/drawing/2014/main" id="{C286F34A-F83F-04D0-4F43-B989B4F6320D}"/>
              </a:ext>
            </a:extLst>
          </p:cNvPr>
          <p:cNvSpPr/>
          <p:nvPr/>
        </p:nvSpPr>
        <p:spPr>
          <a:xfrm>
            <a:off x="257180" y="1447920"/>
            <a:ext cx="6946259" cy="64487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285840" indent="-28512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endParaRPr lang="en-US" sz="1800" b="0" strike="noStrike" spc="-1" dirty="0">
              <a:solidFill>
                <a:srgbClr val="000000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920" lvl="1">
              <a:buClr>
                <a:srgbClr val="000000"/>
              </a:buClr>
            </a:pPr>
            <a:endParaRPr lang="en-US" b="0" strike="noStrike" spc="-1" dirty="0">
              <a:solidFill>
                <a:srgbClr val="000000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0F757E-49B4-40B4-C3CB-312293ACED3E}"/>
              </a:ext>
            </a:extLst>
          </p:cNvPr>
          <p:cNvSpPr txBox="1"/>
          <p:nvPr/>
        </p:nvSpPr>
        <p:spPr>
          <a:xfrm>
            <a:off x="257180" y="1993146"/>
            <a:ext cx="694625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Verdana" panose="020B0604030504040204" pitchFamily="34" charset="0"/>
                <a:ea typeface="Verdana" panose="020B0604030504040204" pitchFamily="34" charset="0"/>
              </a:rPr>
              <a:t>Requested support for solving the camera issue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Verdana" panose="020B0604030504040204" pitchFamily="34" charset="0"/>
                <a:ea typeface="Verdana" panose="020B0604030504040204" pitchFamily="34" charset="0"/>
              </a:rPr>
              <a:t>Connect all the motors to the teensy.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IN" sz="16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17339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9"/>
          <p:cNvSpPr txBox="1">
            <a:spLocks noChangeArrowheads="1"/>
          </p:cNvSpPr>
          <p:nvPr/>
        </p:nvSpPr>
        <p:spPr>
          <a:xfrm>
            <a:off x="2027" y="288321"/>
            <a:ext cx="6598278" cy="461665"/>
          </a:xfrm>
          <a:prstGeom prst="rect">
            <a:avLst/>
          </a:prstGeom>
          <a:solidFill>
            <a:schemeClr val="bg1">
              <a:lumMod val="85000"/>
              <a:alpha val="80000"/>
            </a:schemeClr>
          </a:solidFill>
        </p:spPr>
        <p:txBody>
          <a:bodyPr wrap="square" lIns="91440" tIns="45720" rIns="91440" bIns="45720" anchor="t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vantGarde Bk BT" pitchFamily="34" charset="0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vantGarde Bk BT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vantGarde Bk BT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vantGarde Bk BT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vantGarde Bk BT" pitchFamily="34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vantGarde Bk BT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vantGarde Bk BT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vantGarde Bk BT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vantGarde Bk BT" pitchFamily="34" charset="0"/>
              </a:defRPr>
            </a:lvl9pPr>
          </a:lstStyle>
          <a:p>
            <a:pPr>
              <a:tabLst>
                <a:tab pos="1466850" algn="l"/>
              </a:tabLst>
              <a:defRPr/>
            </a:pPr>
            <a:r>
              <a:rPr lang="de-DE" b="1" dirty="0">
                <a:solidFill>
                  <a:srgbClr val="1A4273"/>
                </a:solidFill>
                <a:latin typeface="AvantGarde Md BT"/>
              </a:rPr>
              <a:t>           Progress</a:t>
            </a:r>
          </a:p>
        </p:txBody>
      </p:sp>
      <p:pic>
        <p:nvPicPr>
          <p:cNvPr id="8" name="Picture 5" descr="I:\arrow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99858" y="394254"/>
            <a:ext cx="276225" cy="276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6" name="Foliennummernplatzhalter 8">
            <a:extLst>
              <a:ext uri="{FF2B5EF4-FFF2-40B4-BE49-F238E27FC236}">
                <a16:creationId xmlns:a16="http://schemas.microsoft.com/office/drawing/2014/main" id="{BB36C356-8ED2-4D48-8D54-FF2177A806BC}"/>
              </a:ext>
            </a:extLst>
          </p:cNvPr>
          <p:cNvSpPr txBox="1">
            <a:spLocks/>
          </p:cNvSpPr>
          <p:nvPr/>
        </p:nvSpPr>
        <p:spPr>
          <a:xfrm>
            <a:off x="9039225" y="6356350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05FEBB84-A833-4D9F-8E64-647D4209DE1B}" type="slidenum">
              <a:rPr lang="de-DE" sz="1200">
                <a:solidFill>
                  <a:schemeClr val="tx1">
                    <a:tint val="75000"/>
                  </a:schemeClr>
                </a:solidFill>
              </a:rPr>
              <a:pPr algn="r"/>
              <a:t>6</a:t>
            </a:fld>
            <a:endParaRPr lang="de-DE" sz="1200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3" name="CustomShape 3">
            <a:extLst>
              <a:ext uri="{FF2B5EF4-FFF2-40B4-BE49-F238E27FC236}">
                <a16:creationId xmlns:a16="http://schemas.microsoft.com/office/drawing/2014/main" id="{5620C2E6-6A11-3ABD-CA9E-4AFD19642B4E}"/>
              </a:ext>
            </a:extLst>
          </p:cNvPr>
          <p:cNvSpPr/>
          <p:nvPr/>
        </p:nvSpPr>
        <p:spPr>
          <a:xfrm>
            <a:off x="319320" y="1083240"/>
            <a:ext cx="6280985" cy="364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1" strike="noStrike" spc="-1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Work completed</a:t>
            </a:r>
            <a:endParaRPr lang="en-US" sz="1800" b="1" strike="noStrike" spc="-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5" name="CustomShape 1">
            <a:extLst>
              <a:ext uri="{FF2B5EF4-FFF2-40B4-BE49-F238E27FC236}">
                <a16:creationId xmlns:a16="http://schemas.microsoft.com/office/drawing/2014/main" id="{DC916DC8-B1DB-9FFD-1E1A-D480484C34F5}"/>
              </a:ext>
            </a:extLst>
          </p:cNvPr>
          <p:cNvSpPr/>
          <p:nvPr/>
        </p:nvSpPr>
        <p:spPr>
          <a:xfrm>
            <a:off x="319320" y="1386960"/>
            <a:ext cx="6498040" cy="206064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285840" indent="-28512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endParaRPr lang="en-US" sz="1600" b="0" strike="noStrike" spc="-1" dirty="0">
              <a:solidFill>
                <a:srgbClr val="000000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285840" indent="-28512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600" b="0" strike="noStrike" spc="-1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Completed tasks</a:t>
            </a:r>
          </a:p>
          <a:p>
            <a:pPr marL="743670" lvl="1" indent="-285750"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1600" spc="-1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Got the suggestion to find a new lens since the one that I have is not usable.(</a:t>
            </a:r>
            <a:r>
              <a:rPr lang="en-US" sz="1600" b="1" spc="-1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Order is placed</a:t>
            </a:r>
            <a:r>
              <a:rPr lang="en-US" sz="1600" spc="-1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)</a:t>
            </a:r>
          </a:p>
          <a:p>
            <a:pPr marL="743670" lvl="1" indent="-285750"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1600" spc="-1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Connected all the motors to the teensy.</a:t>
            </a:r>
          </a:p>
          <a:p>
            <a:pPr marL="457920" lvl="1">
              <a:buClr>
                <a:srgbClr val="000000"/>
              </a:buClr>
            </a:pPr>
            <a:endParaRPr lang="en-US" sz="1600" spc="-1" dirty="0">
              <a:solidFill>
                <a:srgbClr val="000000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743040" lvl="1" indent="-285120">
              <a:buClr>
                <a:srgbClr val="000000"/>
              </a:buClr>
              <a:buFont typeface="Arial"/>
              <a:buChar char="•"/>
            </a:pPr>
            <a:endParaRPr lang="en-US" sz="1600" b="0" strike="noStrike" spc="-1" dirty="0">
              <a:solidFill>
                <a:srgbClr val="000000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743040" lvl="1" indent="-285120">
              <a:buClr>
                <a:srgbClr val="000000"/>
              </a:buClr>
              <a:buFont typeface="Arial"/>
              <a:buChar char="•"/>
            </a:pPr>
            <a:endParaRPr lang="en-US" sz="1600" b="0" strike="noStrike" spc="-1" dirty="0">
              <a:solidFill>
                <a:srgbClr val="000000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E1CA55B-FBE1-D1FB-C02A-6444B77E6B3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8070" y="3001343"/>
            <a:ext cx="2080063" cy="277341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760124A-8425-6606-B19A-A2F83ABFA12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6005" y="2745654"/>
            <a:ext cx="2463595" cy="3284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59122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B022B9-F494-9409-E6CD-897085CA4D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9">
            <a:extLst>
              <a:ext uri="{FF2B5EF4-FFF2-40B4-BE49-F238E27FC236}">
                <a16:creationId xmlns:a16="http://schemas.microsoft.com/office/drawing/2014/main" id="{415FDA26-F59F-BBC2-E670-50AE4B8FDC0D}"/>
              </a:ext>
            </a:extLst>
          </p:cNvPr>
          <p:cNvSpPr txBox="1">
            <a:spLocks noChangeArrowheads="1"/>
          </p:cNvSpPr>
          <p:nvPr/>
        </p:nvSpPr>
        <p:spPr>
          <a:xfrm>
            <a:off x="2027" y="288321"/>
            <a:ext cx="6598278" cy="461665"/>
          </a:xfrm>
          <a:prstGeom prst="rect">
            <a:avLst/>
          </a:prstGeom>
          <a:solidFill>
            <a:schemeClr val="bg1">
              <a:lumMod val="85000"/>
              <a:alpha val="80000"/>
            </a:schemeClr>
          </a:solidFill>
        </p:spPr>
        <p:txBody>
          <a:bodyPr wrap="square" lIns="91440" tIns="45720" rIns="91440" bIns="45720" anchor="t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vantGarde Bk BT" pitchFamily="34" charset="0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vantGarde Bk BT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vantGarde Bk BT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vantGarde Bk BT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vantGarde Bk BT" pitchFamily="34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vantGarde Bk BT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vantGarde Bk BT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vantGarde Bk BT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vantGarde Bk BT" pitchFamily="34" charset="0"/>
              </a:defRPr>
            </a:lvl9pPr>
          </a:lstStyle>
          <a:p>
            <a:pPr>
              <a:tabLst>
                <a:tab pos="1466850" algn="l"/>
              </a:tabLst>
              <a:defRPr/>
            </a:pPr>
            <a:r>
              <a:rPr lang="de-DE" b="1" dirty="0">
                <a:solidFill>
                  <a:srgbClr val="1A4273"/>
                </a:solidFill>
                <a:latin typeface="AvantGarde Md BT"/>
              </a:rPr>
              <a:t>           Plan </a:t>
            </a:r>
            <a:r>
              <a:rPr lang="de-DE" b="1" dirty="0" err="1">
                <a:solidFill>
                  <a:srgbClr val="1A4273"/>
                </a:solidFill>
                <a:latin typeface="AvantGarde Md BT"/>
              </a:rPr>
              <a:t>for</a:t>
            </a:r>
            <a:r>
              <a:rPr lang="de-DE" b="1" dirty="0">
                <a:solidFill>
                  <a:srgbClr val="1A4273"/>
                </a:solidFill>
                <a:latin typeface="AvantGarde Md BT"/>
              </a:rPr>
              <a:t> </a:t>
            </a:r>
            <a:r>
              <a:rPr lang="de-DE" b="1" dirty="0" err="1">
                <a:solidFill>
                  <a:srgbClr val="1A4273"/>
                </a:solidFill>
                <a:latin typeface="AvantGarde Md BT"/>
              </a:rPr>
              <a:t>the</a:t>
            </a:r>
            <a:r>
              <a:rPr lang="de-DE" b="1" dirty="0">
                <a:solidFill>
                  <a:srgbClr val="1A4273"/>
                </a:solidFill>
                <a:latin typeface="AvantGarde Md BT"/>
              </a:rPr>
              <a:t> </a:t>
            </a:r>
            <a:r>
              <a:rPr lang="de-DE" b="1" dirty="0" err="1">
                <a:solidFill>
                  <a:srgbClr val="1A4273"/>
                </a:solidFill>
                <a:latin typeface="AvantGarde Md BT"/>
              </a:rPr>
              <a:t>next</a:t>
            </a:r>
            <a:r>
              <a:rPr lang="de-DE" b="1" dirty="0">
                <a:solidFill>
                  <a:srgbClr val="1A4273"/>
                </a:solidFill>
                <a:latin typeface="AvantGarde Md BT"/>
              </a:rPr>
              <a:t> 2 </a:t>
            </a:r>
            <a:r>
              <a:rPr lang="de-DE" b="1" dirty="0" err="1">
                <a:solidFill>
                  <a:srgbClr val="1A4273"/>
                </a:solidFill>
                <a:latin typeface="AvantGarde Md BT"/>
              </a:rPr>
              <a:t>weeks</a:t>
            </a:r>
            <a:endParaRPr lang="de-DE" b="1" dirty="0">
              <a:solidFill>
                <a:srgbClr val="1A4273"/>
              </a:solidFill>
              <a:latin typeface="AvantGarde Md BT"/>
            </a:endParaRPr>
          </a:p>
        </p:txBody>
      </p:sp>
      <p:pic>
        <p:nvPicPr>
          <p:cNvPr id="8" name="Picture 5" descr="I:\arrow.GIF">
            <a:extLst>
              <a:ext uri="{FF2B5EF4-FFF2-40B4-BE49-F238E27FC236}">
                <a16:creationId xmlns:a16="http://schemas.microsoft.com/office/drawing/2014/main" id="{4A05FF13-F4AD-78FB-0B03-5742EB5BFC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99858" y="394254"/>
            <a:ext cx="276225" cy="276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6" name="Foliennummernplatzhalter 8">
            <a:extLst>
              <a:ext uri="{FF2B5EF4-FFF2-40B4-BE49-F238E27FC236}">
                <a16:creationId xmlns:a16="http://schemas.microsoft.com/office/drawing/2014/main" id="{5AAA3914-4AB7-F17D-7352-7240009E9961}"/>
              </a:ext>
            </a:extLst>
          </p:cNvPr>
          <p:cNvSpPr txBox="1">
            <a:spLocks/>
          </p:cNvSpPr>
          <p:nvPr/>
        </p:nvSpPr>
        <p:spPr>
          <a:xfrm>
            <a:off x="9039225" y="6356350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05FEBB84-A833-4D9F-8E64-647D4209DE1B}" type="slidenum">
              <a:rPr lang="de-DE" sz="1200">
                <a:solidFill>
                  <a:schemeClr val="tx1">
                    <a:tint val="75000"/>
                  </a:schemeClr>
                </a:solidFill>
              </a:rPr>
              <a:pPr algn="r"/>
              <a:t>7</a:t>
            </a:fld>
            <a:endParaRPr lang="de-DE" sz="1200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68ABEEB-5EDB-239D-03D4-AF38FFC1EA26}"/>
              </a:ext>
            </a:extLst>
          </p:cNvPr>
          <p:cNvSpPr txBox="1"/>
          <p:nvPr/>
        </p:nvSpPr>
        <p:spPr>
          <a:xfrm>
            <a:off x="499858" y="1345386"/>
            <a:ext cx="70488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Verdana" panose="020B0604030504040204" pitchFamily="34" charset="0"/>
                <a:ea typeface="Verdana" panose="020B0604030504040204" pitchFamily="34" charset="0"/>
              </a:rPr>
              <a:t>Problems Faced</a:t>
            </a:r>
            <a:r>
              <a:rPr lang="en-DE" b="1" dirty="0"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b="1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While making the connection the teensy got fried,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Conducted the continuity test and check the voltmeter reading , everything is fine.</a:t>
            </a:r>
            <a:endParaRPr lang="en-IN" sz="16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endParaRPr lang="en-IN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DE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DEDBBE24-4D3F-1062-C424-C0924B4DC882}"/>
              </a:ext>
            </a:extLst>
          </p:cNvPr>
          <p:cNvGrpSpPr/>
          <p:nvPr/>
        </p:nvGrpSpPr>
        <p:grpSpPr>
          <a:xfrm>
            <a:off x="6399570" y="2251299"/>
            <a:ext cx="5558042" cy="3682625"/>
            <a:chOff x="4590435" y="2068661"/>
            <a:chExt cx="6057900" cy="4097677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AE469D06-BC3A-C362-B874-5D898421670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90435" y="2068661"/>
              <a:ext cx="6057900" cy="4038600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ABB7C552-EC78-F3A3-F392-D9EB9A4A0BD3}"/>
                </a:ext>
              </a:extLst>
            </p:cNvPr>
            <p:cNvSpPr txBox="1"/>
            <p:nvPr/>
          </p:nvSpPr>
          <p:spPr>
            <a:xfrm>
              <a:off x="4993300" y="5755380"/>
              <a:ext cx="5555993" cy="41095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b="1" i="1" dirty="0"/>
                <a:t>Connection diagram (which fried the controller)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224053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9"/>
          <p:cNvSpPr txBox="1">
            <a:spLocks noChangeArrowheads="1"/>
          </p:cNvSpPr>
          <p:nvPr/>
        </p:nvSpPr>
        <p:spPr>
          <a:xfrm>
            <a:off x="2027" y="288321"/>
            <a:ext cx="6598278" cy="461665"/>
          </a:xfrm>
          <a:prstGeom prst="rect">
            <a:avLst/>
          </a:prstGeom>
          <a:solidFill>
            <a:schemeClr val="bg1">
              <a:lumMod val="85000"/>
              <a:alpha val="80000"/>
            </a:schemeClr>
          </a:solidFill>
        </p:spPr>
        <p:txBody>
          <a:bodyPr wrap="square" lIns="91440" tIns="45720" rIns="91440" bIns="45720" anchor="t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vantGarde Bk BT" pitchFamily="34" charset="0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vantGarde Bk BT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vantGarde Bk BT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vantGarde Bk BT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vantGarde Bk BT" pitchFamily="34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vantGarde Bk BT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vantGarde Bk BT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vantGarde Bk BT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vantGarde Bk BT" pitchFamily="34" charset="0"/>
              </a:defRPr>
            </a:lvl9pPr>
          </a:lstStyle>
          <a:p>
            <a:pPr>
              <a:tabLst>
                <a:tab pos="1466850" algn="l"/>
              </a:tabLst>
              <a:defRPr/>
            </a:pPr>
            <a:r>
              <a:rPr lang="de-DE" b="1" dirty="0">
                <a:solidFill>
                  <a:srgbClr val="1A4273"/>
                </a:solidFill>
                <a:latin typeface="AvantGarde Md BT"/>
              </a:rPr>
              <a:t>           Plan </a:t>
            </a:r>
            <a:r>
              <a:rPr lang="de-DE" b="1" dirty="0" err="1">
                <a:solidFill>
                  <a:srgbClr val="1A4273"/>
                </a:solidFill>
                <a:latin typeface="AvantGarde Md BT"/>
              </a:rPr>
              <a:t>for</a:t>
            </a:r>
            <a:r>
              <a:rPr lang="de-DE" b="1" dirty="0">
                <a:solidFill>
                  <a:srgbClr val="1A4273"/>
                </a:solidFill>
                <a:latin typeface="AvantGarde Md BT"/>
              </a:rPr>
              <a:t> </a:t>
            </a:r>
            <a:r>
              <a:rPr lang="de-DE" b="1" dirty="0" err="1">
                <a:solidFill>
                  <a:srgbClr val="1A4273"/>
                </a:solidFill>
                <a:latin typeface="AvantGarde Md BT"/>
              </a:rPr>
              <a:t>the</a:t>
            </a:r>
            <a:r>
              <a:rPr lang="de-DE" b="1" dirty="0">
                <a:solidFill>
                  <a:srgbClr val="1A4273"/>
                </a:solidFill>
                <a:latin typeface="AvantGarde Md BT"/>
              </a:rPr>
              <a:t> </a:t>
            </a:r>
            <a:r>
              <a:rPr lang="de-DE" b="1" dirty="0" err="1">
                <a:solidFill>
                  <a:srgbClr val="1A4273"/>
                </a:solidFill>
                <a:latin typeface="AvantGarde Md BT"/>
              </a:rPr>
              <a:t>next</a:t>
            </a:r>
            <a:r>
              <a:rPr lang="de-DE" b="1" dirty="0">
                <a:solidFill>
                  <a:srgbClr val="1A4273"/>
                </a:solidFill>
                <a:latin typeface="AvantGarde Md BT"/>
              </a:rPr>
              <a:t> 2 </a:t>
            </a:r>
            <a:r>
              <a:rPr lang="de-DE" b="1" dirty="0" err="1">
                <a:solidFill>
                  <a:srgbClr val="1A4273"/>
                </a:solidFill>
                <a:latin typeface="AvantGarde Md BT"/>
              </a:rPr>
              <a:t>weeks</a:t>
            </a:r>
            <a:endParaRPr lang="de-DE" b="1" dirty="0">
              <a:solidFill>
                <a:srgbClr val="1A4273"/>
              </a:solidFill>
              <a:latin typeface="AvantGarde Md BT"/>
            </a:endParaRPr>
          </a:p>
        </p:txBody>
      </p:sp>
      <p:pic>
        <p:nvPicPr>
          <p:cNvPr id="8" name="Picture 5" descr="I:\arrow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99858" y="394254"/>
            <a:ext cx="276225" cy="276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6" name="Foliennummernplatzhalter 8">
            <a:extLst>
              <a:ext uri="{FF2B5EF4-FFF2-40B4-BE49-F238E27FC236}">
                <a16:creationId xmlns:a16="http://schemas.microsoft.com/office/drawing/2014/main" id="{BB36C356-8ED2-4D48-8D54-FF2177A806BC}"/>
              </a:ext>
            </a:extLst>
          </p:cNvPr>
          <p:cNvSpPr txBox="1">
            <a:spLocks/>
          </p:cNvSpPr>
          <p:nvPr/>
        </p:nvSpPr>
        <p:spPr>
          <a:xfrm>
            <a:off x="9039225" y="6356350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05FEBB84-A833-4D9F-8E64-647D4209DE1B}" type="slidenum">
              <a:rPr lang="de-DE" sz="1200">
                <a:solidFill>
                  <a:schemeClr val="tx1">
                    <a:tint val="75000"/>
                  </a:schemeClr>
                </a:solidFill>
              </a:rPr>
              <a:pPr algn="r"/>
              <a:t>8</a:t>
            </a:fld>
            <a:endParaRPr lang="de-DE" sz="1200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3" name="CustomShape 3">
            <a:extLst>
              <a:ext uri="{FF2B5EF4-FFF2-40B4-BE49-F238E27FC236}">
                <a16:creationId xmlns:a16="http://schemas.microsoft.com/office/drawing/2014/main" id="{5620C2E6-6A11-3ABD-CA9E-4AFD19642B4E}"/>
              </a:ext>
            </a:extLst>
          </p:cNvPr>
          <p:cNvSpPr/>
          <p:nvPr/>
        </p:nvSpPr>
        <p:spPr>
          <a:xfrm>
            <a:off x="319320" y="1083240"/>
            <a:ext cx="7048800" cy="184520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1" strike="noStrike" spc="-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Upcoming tasks: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IN" sz="16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Verdana" panose="020B0604030504040204" pitchFamily="34" charset="0"/>
                <a:ea typeface="Verdana" panose="020B0604030504040204" pitchFamily="34" charset="0"/>
              </a:rPr>
              <a:t>Need to find the reason for the short circuit.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Verdana" panose="020B0604030504040204" pitchFamily="34" charset="0"/>
                <a:ea typeface="Verdana" panose="020B0604030504040204" pitchFamily="34" charset="0"/>
              </a:rPr>
              <a:t>Rewire everything.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Verdana" panose="020B0604030504040204" pitchFamily="34" charset="0"/>
                <a:ea typeface="Verdana" panose="020B0604030504040204" pitchFamily="34" charset="0"/>
              </a:rPr>
              <a:t>Successfully make the connection.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Verdana" panose="020B0604030504040204" pitchFamily="34" charset="0"/>
                <a:ea typeface="Verdana" panose="020B0604030504040204" pitchFamily="34" charset="0"/>
              </a:rPr>
              <a:t>After the lens is delivered, need to configure that and make ball detection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D922A17-FE23-C065-995C-5C3CFB943674}"/>
              </a:ext>
            </a:extLst>
          </p:cNvPr>
          <p:cNvSpPr txBox="1"/>
          <p:nvPr/>
        </p:nvSpPr>
        <p:spPr>
          <a:xfrm>
            <a:off x="429769" y="3152300"/>
            <a:ext cx="70488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b="1" dirty="0">
                <a:latin typeface="Verdana" panose="020B0604030504040204" pitchFamily="34" charset="0"/>
                <a:ea typeface="Verdana" panose="020B0604030504040204" pitchFamily="34" charset="0"/>
              </a:rPr>
              <a:t>Expected outcomes:</a:t>
            </a:r>
            <a:endParaRPr lang="en-US" b="1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Successful connection, ball detection using open CV will be able to start.</a:t>
            </a:r>
          </a:p>
          <a:p>
            <a:pPr lvl="1"/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endParaRPr lang="en-IN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DE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6467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9A7B62-D097-BD05-D32C-DFB1F18765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9">
            <a:extLst>
              <a:ext uri="{FF2B5EF4-FFF2-40B4-BE49-F238E27FC236}">
                <a16:creationId xmlns:a16="http://schemas.microsoft.com/office/drawing/2014/main" id="{A8083D2C-BDB6-4173-392E-C2C48E4D57A5}"/>
              </a:ext>
            </a:extLst>
          </p:cNvPr>
          <p:cNvSpPr txBox="1">
            <a:spLocks noChangeArrowheads="1"/>
          </p:cNvSpPr>
          <p:nvPr/>
        </p:nvSpPr>
        <p:spPr>
          <a:xfrm>
            <a:off x="2027" y="288321"/>
            <a:ext cx="6598278" cy="461665"/>
          </a:xfrm>
          <a:prstGeom prst="rect">
            <a:avLst/>
          </a:prstGeom>
          <a:solidFill>
            <a:schemeClr val="bg1">
              <a:lumMod val="85000"/>
              <a:alpha val="80000"/>
            </a:schemeClr>
          </a:solidFill>
        </p:spPr>
        <p:txBody>
          <a:bodyPr wrap="square" lIns="91440" tIns="45720" rIns="91440" bIns="45720" anchor="t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vantGarde Bk BT" pitchFamily="34" charset="0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vantGarde Bk BT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vantGarde Bk BT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vantGarde Bk BT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vantGarde Bk BT" pitchFamily="34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vantGarde Bk BT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vantGarde Bk BT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vantGarde Bk BT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vantGarde Bk BT" pitchFamily="34" charset="0"/>
              </a:defRPr>
            </a:lvl9pPr>
          </a:lstStyle>
          <a:p>
            <a:pPr>
              <a:tabLst>
                <a:tab pos="1466850" algn="l"/>
              </a:tabLst>
              <a:defRPr/>
            </a:pPr>
            <a:r>
              <a:rPr lang="de-DE" b="1" dirty="0">
                <a:solidFill>
                  <a:srgbClr val="1A4273"/>
                </a:solidFill>
                <a:latin typeface="AvantGarde Md BT"/>
              </a:rPr>
              <a:t>           Extra </a:t>
            </a:r>
          </a:p>
        </p:txBody>
      </p:sp>
      <p:pic>
        <p:nvPicPr>
          <p:cNvPr id="8" name="Picture 5" descr="I:\arrow.GIF">
            <a:extLst>
              <a:ext uri="{FF2B5EF4-FFF2-40B4-BE49-F238E27FC236}">
                <a16:creationId xmlns:a16="http://schemas.microsoft.com/office/drawing/2014/main" id="{B80D579A-CEFF-C618-DD59-A994BF25BF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99858" y="394254"/>
            <a:ext cx="276225" cy="276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6" name="Foliennummernplatzhalter 8">
            <a:extLst>
              <a:ext uri="{FF2B5EF4-FFF2-40B4-BE49-F238E27FC236}">
                <a16:creationId xmlns:a16="http://schemas.microsoft.com/office/drawing/2014/main" id="{40FB16E7-5BD6-D47C-89F3-D3E752303704}"/>
              </a:ext>
            </a:extLst>
          </p:cNvPr>
          <p:cNvSpPr txBox="1">
            <a:spLocks/>
          </p:cNvSpPr>
          <p:nvPr/>
        </p:nvSpPr>
        <p:spPr>
          <a:xfrm>
            <a:off x="9039225" y="6356350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05FEBB84-A833-4D9F-8E64-647D4209DE1B}" type="slidenum">
              <a:rPr lang="de-DE" sz="1200">
                <a:solidFill>
                  <a:schemeClr val="tx1">
                    <a:tint val="75000"/>
                  </a:schemeClr>
                </a:solidFill>
              </a:rPr>
              <a:pPr algn="r"/>
              <a:t>9</a:t>
            </a:fld>
            <a:endParaRPr lang="de-DE" sz="1200">
              <a:solidFill>
                <a:schemeClr val="tx1">
                  <a:tint val="75000"/>
                </a:schemeClr>
              </a:solidFill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2F94D0A-A006-F20E-A58B-52C6C83C38FD}"/>
              </a:ext>
            </a:extLst>
          </p:cNvPr>
          <p:cNvGrpSpPr/>
          <p:nvPr/>
        </p:nvGrpSpPr>
        <p:grpSpPr>
          <a:xfrm>
            <a:off x="499858" y="1046516"/>
            <a:ext cx="5549715" cy="4764967"/>
            <a:chOff x="4850131" y="962202"/>
            <a:chExt cx="5549715" cy="4764967"/>
          </a:xfrm>
        </p:grpSpPr>
        <p:pic>
          <p:nvPicPr>
            <p:cNvPr id="3" name="Recording 2026-03-25 104107">
              <a:hlinkClick r:id="" action="ppaction://media"/>
              <a:extLst>
                <a:ext uri="{FF2B5EF4-FFF2-40B4-BE49-F238E27FC236}">
                  <a16:creationId xmlns:a16="http://schemas.microsoft.com/office/drawing/2014/main" id="{79BA31DE-BEBA-0BE5-1A37-30141750E564}"/>
                </a:ext>
              </a:extLst>
            </p:cNvPr>
            <p:cNvPicPr>
              <a:picLocks noChangeAspect="1"/>
            </p:cNvPicPr>
            <p:nvPr>
              <a:videoFile r:link="rId4"/>
              <p:extLst>
                <p:ext uri="{DAA4B4D4-6D71-4841-9C94-3DE7FCFB9230}">
                  <p14:media xmlns:p14="http://schemas.microsoft.com/office/powerpoint/2010/main" r:embed="rId3"/>
                </p:ext>
              </p:extLst>
            </p:nvPr>
          </p:nvPicPr>
          <p:blipFill>
            <a:blip r:embed="rId8"/>
            <a:stretch>
              <a:fillRect/>
            </a:stretch>
          </p:blipFill>
          <p:spPr>
            <a:xfrm>
              <a:off x="4850131" y="962202"/>
              <a:ext cx="5025389" cy="4395635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8F063E6-73E5-C522-ECE4-B68CDA873ACE}"/>
                </a:ext>
              </a:extLst>
            </p:cNvPr>
            <p:cNvSpPr txBox="1"/>
            <p:nvPr/>
          </p:nvSpPr>
          <p:spPr>
            <a:xfrm>
              <a:off x="5898966" y="5357837"/>
              <a:ext cx="45008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/>
                <a:t>The feed inside the Unity</a:t>
              </a: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30D1CDE5-8D82-8DFF-D4E8-154CEB5C0458}"/>
              </a:ext>
            </a:extLst>
          </p:cNvPr>
          <p:cNvGrpSpPr/>
          <p:nvPr/>
        </p:nvGrpSpPr>
        <p:grpSpPr>
          <a:xfrm>
            <a:off x="6769894" y="1046516"/>
            <a:ext cx="4538662" cy="4580301"/>
            <a:chOff x="6769894" y="1046516"/>
            <a:chExt cx="4538662" cy="4580301"/>
          </a:xfrm>
        </p:grpSpPr>
        <p:pic>
          <p:nvPicPr>
            <p:cNvPr id="2" name="camera fixed135611">
              <a:hlinkClick r:id="" action="ppaction://media"/>
              <a:extLst>
                <a:ext uri="{FF2B5EF4-FFF2-40B4-BE49-F238E27FC236}">
                  <a16:creationId xmlns:a16="http://schemas.microsoft.com/office/drawing/2014/main" id="{2BCFD465-1373-2856-3A38-6B2BAEE25CF3}"/>
                </a:ext>
              </a:extLst>
            </p:cNvPr>
            <p:cNvPicPr>
              <a:picLocks noChangeAspect="1"/>
            </p:cNvPicPr>
            <p:nvPr>
              <a:videoFile r:link="rId2"/>
              <p:extLst>
                <p:ext uri="{DAA4B4D4-6D71-4841-9C94-3DE7FCFB9230}">
                  <p14:media xmlns:p14="http://schemas.microsoft.com/office/powerpoint/2010/main" r:embed="rId1"/>
                </p:ext>
              </p:extLst>
            </p:nvPr>
          </p:nvPicPr>
          <p:blipFill>
            <a:blip r:embed="rId9"/>
            <a:stretch>
              <a:fillRect/>
            </a:stretch>
          </p:blipFill>
          <p:spPr>
            <a:xfrm>
              <a:off x="6769894" y="1046516"/>
              <a:ext cx="4538662" cy="4106509"/>
            </a:xfrm>
            <a:prstGeom prst="rect">
              <a:avLst/>
            </a:prstGeom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CA2413F2-68E6-D7D3-3AE8-252D7EB2579C}"/>
                </a:ext>
              </a:extLst>
            </p:cNvPr>
            <p:cNvSpPr txBox="1"/>
            <p:nvPr/>
          </p:nvSpPr>
          <p:spPr>
            <a:xfrm>
              <a:off x="7515225" y="5257485"/>
              <a:ext cx="32901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dirty="0"/>
                <a:t>The feed inside unity after fixing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44598371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 mute="1">
                <p:cTn id="2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video>
              <p:cMediaNode vol="80000" mute="1">
                <p:cTn id="3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/>
          <p:cNvSpPr/>
          <p:nvPr/>
        </p:nvSpPr>
        <p:spPr>
          <a:xfrm>
            <a:off x="0" y="6795435"/>
            <a:ext cx="12192000" cy="72000"/>
          </a:xfrm>
          <a:prstGeom prst="rect">
            <a:avLst/>
          </a:prstGeom>
          <a:solidFill>
            <a:srgbClr val="1A42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34" name="Picture 2" descr="https://scontent-dus1-1.xx.fbcdn.net/v/t31.0-8/479427_393094454061277_801847919_o.jpg?_nc_cat=109&amp;_nc_ht=scontent-dus1-1.xx&amp;oh=98fec9207dda7021b746b9394ff6ba0b&amp;oe=5CE9F3A9"/>
          <p:cNvPicPr>
            <a:picLocks noChangeAspect="1" noChangeArrowheads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1"/>
          <a:stretch/>
        </p:blipFill>
        <p:spPr bwMode="auto">
          <a:xfrm>
            <a:off x="0" y="1120866"/>
            <a:ext cx="8706866" cy="46162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5" name="Titel 1"/>
          <p:cNvSpPr txBox="1">
            <a:spLocks/>
          </p:cNvSpPr>
          <p:nvPr/>
        </p:nvSpPr>
        <p:spPr bwMode="auto">
          <a:xfrm>
            <a:off x="0" y="1422779"/>
            <a:ext cx="8760545" cy="13695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accent1"/>
                </a:solidFill>
                <a:latin typeface="Verdana" pitchFamily="34" charset="0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accent1"/>
                </a:solidFill>
                <a:latin typeface="Verdana" pitchFamily="34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accent1"/>
                </a:solidFill>
                <a:latin typeface="Verdana" pitchFamily="34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accent1"/>
                </a:solidFill>
                <a:latin typeface="Verdana" pitchFamily="34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accent1"/>
                </a:solidFill>
                <a:latin typeface="Verdana" pitchFamily="34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vantGarde Bk BT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vantGarde Bk BT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vantGarde Bk BT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vantGarde Bk BT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3200" b="1" i="0" u="none" strike="noStrike" kern="120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Verdana" pitchFamily="34" charset="0"/>
                <a:ea typeface="+mj-ea"/>
                <a:cs typeface="+mj-cs"/>
              </a:rPr>
              <a:t>Herzlichen Dank für Ihr Interesse!</a:t>
            </a:r>
          </a:p>
        </p:txBody>
      </p:sp>
      <p:sp>
        <p:nvSpPr>
          <p:cNvPr id="37" name="Textfeld 36"/>
          <p:cNvSpPr txBox="1"/>
          <p:nvPr/>
        </p:nvSpPr>
        <p:spPr>
          <a:xfrm>
            <a:off x="7836024" y="4483508"/>
            <a:ext cx="43559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fontAlgn="base">
              <a:spcBef>
                <a:spcPct val="0"/>
              </a:spcBef>
              <a:spcAft>
                <a:spcPct val="0"/>
              </a:spcAft>
            </a:pPr>
            <a:r>
              <a:rPr lang="de-DE" sz="1400" b="1" dirty="0">
                <a:solidFill>
                  <a:srgbClr val="1F497D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Prof. Dr. </a:t>
            </a:r>
            <a:r>
              <a:rPr lang="de-DE" sz="1400" b="1" dirty="0" err="1">
                <a:solidFill>
                  <a:srgbClr val="1F497D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Dmitrii</a:t>
            </a:r>
            <a:r>
              <a:rPr lang="de-DE" sz="1400" b="1" dirty="0">
                <a:solidFill>
                  <a:srgbClr val="1F497D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de-DE" sz="1400" b="1" dirty="0" err="1">
                <a:solidFill>
                  <a:srgbClr val="1F497D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Dobriborsci</a:t>
            </a:r>
            <a:endParaRPr lang="de-DE" sz="1400" b="1" dirty="0">
              <a:solidFill>
                <a:srgbClr val="1F497D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algn="r" fontAlgn="base">
              <a:spcBef>
                <a:spcPct val="0"/>
              </a:spcBef>
              <a:spcAft>
                <a:spcPct val="0"/>
              </a:spcAft>
            </a:pPr>
            <a:r>
              <a:rPr lang="de-DE" sz="1400" b="1" dirty="0" err="1">
                <a:solidFill>
                  <a:srgbClr val="1F497D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Dmitrii.dobriborsci@th-deg.de</a:t>
            </a:r>
            <a:endParaRPr lang="de-DE" sz="1400" b="1" dirty="0">
              <a:solidFill>
                <a:schemeClr val="tx1">
                  <a:lumMod val="50000"/>
                  <a:lumOff val="50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38" name="Textfeld 37"/>
          <p:cNvSpPr txBox="1"/>
          <p:nvPr/>
        </p:nvSpPr>
        <p:spPr>
          <a:xfrm>
            <a:off x="8992001" y="2126420"/>
            <a:ext cx="30480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fontAlgn="base">
              <a:spcAft>
                <a:spcPct val="0"/>
              </a:spcAft>
            </a:pPr>
            <a:r>
              <a:rPr lang="de-DE" sz="2000" b="1">
                <a:solidFill>
                  <a:srgbClr val="1F497D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Technologie </a:t>
            </a:r>
          </a:p>
          <a:p>
            <a:pPr algn="r" fontAlgn="base">
              <a:spcAft>
                <a:spcPct val="0"/>
              </a:spcAft>
            </a:pPr>
            <a:r>
              <a:rPr lang="de-DE" sz="2000" b="1">
                <a:solidFill>
                  <a:srgbClr val="1F497D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Campus Cham</a:t>
            </a:r>
          </a:p>
          <a:p>
            <a:pPr algn="r" fontAlgn="base">
              <a:spcAft>
                <a:spcPct val="0"/>
              </a:spcAft>
            </a:pPr>
            <a:endParaRPr lang="de-DE" sz="2000" b="1">
              <a:solidFill>
                <a:schemeClr val="tx1">
                  <a:lumMod val="50000"/>
                  <a:lumOff val="50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algn="r" fontAlgn="base">
              <a:spcAft>
                <a:spcPct val="0"/>
              </a:spcAft>
            </a:pPr>
            <a:r>
              <a:rPr lang="de-DE" sz="2000" b="1">
                <a:solidFill>
                  <a:schemeClr val="tx1">
                    <a:lumMod val="50000"/>
                    <a:lumOff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Badstraße 21</a:t>
            </a:r>
          </a:p>
          <a:p>
            <a:pPr algn="r" fontAlgn="base">
              <a:spcAft>
                <a:spcPct val="0"/>
              </a:spcAft>
            </a:pPr>
            <a:r>
              <a:rPr lang="de-DE" sz="2000" b="1">
                <a:solidFill>
                  <a:schemeClr val="tx1">
                    <a:lumMod val="50000"/>
                    <a:lumOff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93413 Cham</a:t>
            </a:r>
          </a:p>
          <a:p>
            <a:pPr algn="r" fontAlgn="base">
              <a:spcAft>
                <a:spcPct val="0"/>
              </a:spcAft>
            </a:pPr>
            <a:r>
              <a:rPr lang="de-DE" sz="2000" b="1">
                <a:solidFill>
                  <a:schemeClr val="tx1">
                    <a:lumMod val="50000"/>
                    <a:lumOff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www.tc-cham.de</a:t>
            </a:r>
          </a:p>
        </p:txBody>
      </p:sp>
      <p:sp>
        <p:nvSpPr>
          <p:cNvPr id="8" name="Rechteck 9"/>
          <p:cNvSpPr txBox="1">
            <a:spLocks noChangeArrowheads="1"/>
          </p:cNvSpPr>
          <p:nvPr/>
        </p:nvSpPr>
        <p:spPr>
          <a:xfrm>
            <a:off x="2027" y="288321"/>
            <a:ext cx="6598278" cy="461665"/>
          </a:xfrm>
          <a:prstGeom prst="rect">
            <a:avLst/>
          </a:prstGeom>
          <a:solidFill>
            <a:schemeClr val="bg1">
              <a:lumMod val="85000"/>
              <a:alpha val="80000"/>
            </a:schemeClr>
          </a:solidFill>
        </p:spPr>
        <p:txBody>
          <a:bodyPr wrap="square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vantGarde Bk BT" pitchFamily="34" charset="0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vantGarde Bk BT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vantGarde Bk BT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vantGarde Bk BT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vantGarde Bk BT" pitchFamily="34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vantGarde Bk BT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vantGarde Bk BT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vantGarde Bk BT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vantGarde Bk BT" pitchFamily="34" charset="0"/>
              </a:defRPr>
            </a:lvl9pPr>
          </a:lstStyle>
          <a:p>
            <a:pPr>
              <a:tabLst>
                <a:tab pos="1466850" algn="l"/>
              </a:tabLst>
              <a:defRPr/>
            </a:pPr>
            <a:r>
              <a:rPr lang="de-DE" b="1">
                <a:solidFill>
                  <a:srgbClr val="8064A2">
                    <a:lumMod val="50000"/>
                  </a:srgbClr>
                </a:solidFill>
                <a:latin typeface="AvantGarde Md BT" panose="020B0602020202020204" pitchFamily="34" charset="0"/>
              </a:rPr>
              <a:t>	</a:t>
            </a:r>
            <a:r>
              <a:rPr lang="de-DE" b="1">
                <a:solidFill>
                  <a:srgbClr val="002060"/>
                </a:solidFill>
                <a:latin typeface="AvantGarde Md BT" panose="020B0602020202020204" pitchFamily="34" charset="0"/>
              </a:rPr>
              <a:t>KONTAKT</a:t>
            </a:r>
          </a:p>
        </p:txBody>
      </p:sp>
      <p:pic>
        <p:nvPicPr>
          <p:cNvPr id="9" name="Picture 5" descr="I:\arrow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99858" y="394254"/>
            <a:ext cx="276225" cy="276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Foliennummernplatzhalter 11"/>
          <p:cNvSpPr>
            <a:spLocks noGrp="1"/>
          </p:cNvSpPr>
          <p:nvPr>
            <p:ph type="sldNum" sz="quarter" idx="15"/>
          </p:nvPr>
        </p:nvSpPr>
        <p:spPr>
          <a:xfrm>
            <a:off x="9039225" y="6356350"/>
            <a:ext cx="2743200" cy="365125"/>
          </a:xfrm>
        </p:spPr>
        <p:txBody>
          <a:bodyPr/>
          <a:lstStyle/>
          <a:p>
            <a:fld id="{05FEBB84-A833-4D9F-8E64-647D4209DE1B}" type="slidenum">
              <a:rPr lang="de-DE" smtClean="0"/>
              <a:t>10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121744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49598</TotalTime>
  <Words>538</Words>
  <Application>Microsoft Office PowerPoint</Application>
  <PresentationFormat>Widescreen</PresentationFormat>
  <Paragraphs>97</Paragraphs>
  <Slides>10</Slides>
  <Notes>9</Notes>
  <HiddenSlides>0</HiddenSlides>
  <MMClips>2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  <vt:variant>
        <vt:lpstr>Custom Shows</vt:lpstr>
      </vt:variant>
      <vt:variant>
        <vt:i4>1</vt:i4>
      </vt:variant>
    </vt:vector>
  </HeadingPairs>
  <TitlesOfParts>
    <vt:vector size="19" baseType="lpstr">
      <vt:lpstr>Aptos</vt:lpstr>
      <vt:lpstr>Aptos Display</vt:lpstr>
      <vt:lpstr>Arial</vt:lpstr>
      <vt:lpstr>AvantGarde Bk BT</vt:lpstr>
      <vt:lpstr>AvantGarde Md BT</vt:lpstr>
      <vt:lpstr>Calibri</vt:lpstr>
      <vt:lpstr>Verdana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Zielgruppenpräsentation 1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subject/>
  <dc:creator>Dmitrii Dobriborsci</dc:creator>
  <cp:keywords/>
  <dc:description/>
  <cp:lastModifiedBy>Anandhu Vijayan</cp:lastModifiedBy>
  <cp:revision>77</cp:revision>
  <cp:lastPrinted>2025-01-26T21:13:28Z</cp:lastPrinted>
  <dcterms:created xsi:type="dcterms:W3CDTF">2019-09-09T12:43:43Z</dcterms:created>
  <dcterms:modified xsi:type="dcterms:W3CDTF">2026-04-26T12:55:13Z</dcterms:modified>
  <cp:category/>
</cp:coreProperties>
</file>