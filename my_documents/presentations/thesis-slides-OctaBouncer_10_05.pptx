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448" r:id="rId2"/>
    <p:sldId id="598" r:id="rId3"/>
    <p:sldId id="609" r:id="rId4"/>
    <p:sldId id="596" r:id="rId5"/>
    <p:sldId id="608" r:id="rId6"/>
    <p:sldId id="607" r:id="rId7"/>
    <p:sldId id="610" r:id="rId8"/>
    <p:sldId id="604" r:id="rId9"/>
    <p:sldId id="611" r:id="rId10"/>
    <p:sldId id="438" r:id="rId11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0752"/>
  </p:normalViewPr>
  <p:slideViewPr>
    <p:cSldViewPr snapToGrid="0">
      <p:cViewPr varScale="1">
        <p:scale>
          <a:sx n="97" d="100"/>
          <a:sy n="97" d="100"/>
        </p:scale>
        <p:origin x="972" y="72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10.05.2026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32E-6DB9-0E7C-7325-DF6DF09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A9C7-0B66-53B4-CE7A-839E54EB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A6DB-1F04-2F4E-268F-99FC1F5D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2F3-FDD5-C1B8-DDA3-9DE4DD39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7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DDA1-ACF2-C0FE-6F96-309F69B9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7B659-9424-8C9C-B60C-B0C3038E3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21C75-D38D-9BB6-5651-1E3F8844C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4B56-51BA-1C3D-82A9-D741A210A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10.05.2026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10.05.2026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2.mp4"/><Relationship Id="rId7" Type="http://schemas.openxmlformats.org/officeDocument/2006/relationships/image" Target="../media/image10.gi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2.mp4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456226" y="3190763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Submission date: September 13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7180" y="1993146"/>
            <a:ext cx="69462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Need to find the reason for the short circuit.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Rewire everything.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Successfully make the connection.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After the lens is delivered, need to configure that and make ball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386960"/>
            <a:ext cx="6498040" cy="20606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reason for the short circuit found.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Waiting for the level shifter to get delivered.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lens has arrived and it suits the need.</a:t>
            </a:r>
          </a:p>
          <a:p>
            <a:pPr marL="457920" lvl="1"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92ACE-CADB-8F32-4C20-D60BD98FCB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11496" y="1959974"/>
            <a:ext cx="2658859" cy="472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2B9-F494-9409-E6CD-897085C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415FDA26-F59F-BBC2-E670-50AE4B8FDC0D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4A05FF13-F4AD-78FB-0B03-5742EB5B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5AAA3914-4AB7-F17D-7352-7240009E996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BEEB-5EDB-239D-03D4-AF38FFC1EA26}"/>
              </a:ext>
            </a:extLst>
          </p:cNvPr>
          <p:cNvSpPr txBox="1"/>
          <p:nvPr/>
        </p:nvSpPr>
        <p:spPr>
          <a:xfrm>
            <a:off x="499858" y="1345386"/>
            <a:ext cx="70488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Problems Faced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While making the connection the teensy got fried, it was because the teensy was only able to give 3.3v output but the driver required 5 v for the logic side. So this can be tackled by adding a level shifter  which converts </a:t>
            </a:r>
          </a:p>
          <a:p>
            <a:pPr lvl="1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3.3v to 5v.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DBBE24-4D3F-1062-C424-C0924B4DC882}"/>
              </a:ext>
            </a:extLst>
          </p:cNvPr>
          <p:cNvGrpSpPr/>
          <p:nvPr/>
        </p:nvGrpSpPr>
        <p:grpSpPr>
          <a:xfrm>
            <a:off x="6600305" y="2487561"/>
            <a:ext cx="5396636" cy="3479168"/>
            <a:chOff x="4590435" y="2068661"/>
            <a:chExt cx="6057900" cy="40976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469D06-BC3A-C362-B874-5D898421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0435" y="2068661"/>
              <a:ext cx="6057900" cy="40386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B7C552-EC78-F3A3-F392-D9EB9A4A0BD3}"/>
                </a:ext>
              </a:extLst>
            </p:cNvPr>
            <p:cNvSpPr txBox="1"/>
            <p:nvPr/>
          </p:nvSpPr>
          <p:spPr>
            <a:xfrm>
              <a:off x="4993300" y="5755380"/>
              <a:ext cx="5555993" cy="41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i="1" dirty="0"/>
                <a:t>Connection diagram (which fried the controller)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40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5989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Rewire everything.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Successfully make the connection.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Ball detection using OpenCV, so learn basics of OpenCV and make the ball detection algorithm.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429769" y="3152300"/>
            <a:ext cx="7048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 connection, ball detection using open CV will be able to start.</a:t>
            </a:r>
          </a:p>
          <a:p>
            <a:pPr lvl="1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7B62-D097-BD05-D32C-DFB1F187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A8083D2C-BDB6-4173-392E-C2C48E4D57A5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Extra 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80D579A-CEFF-C618-DD59-A994BF25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40FB16E7-5BD6-D47C-89F3-D3E752303704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9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F94D0A-A006-F20E-A58B-52C6C83C38FD}"/>
              </a:ext>
            </a:extLst>
          </p:cNvPr>
          <p:cNvGrpSpPr/>
          <p:nvPr/>
        </p:nvGrpSpPr>
        <p:grpSpPr>
          <a:xfrm>
            <a:off x="499858" y="1046516"/>
            <a:ext cx="5549715" cy="4764967"/>
            <a:chOff x="4850131" y="962202"/>
            <a:chExt cx="5549715" cy="4764967"/>
          </a:xfrm>
        </p:grpSpPr>
        <p:pic>
          <p:nvPicPr>
            <p:cNvPr id="3" name="Recording 2026-03-25 104107">
              <a:hlinkClick r:id="" action="ppaction://media"/>
              <a:extLst>
                <a:ext uri="{FF2B5EF4-FFF2-40B4-BE49-F238E27FC236}">
                  <a16:creationId xmlns:a16="http://schemas.microsoft.com/office/drawing/2014/main" id="{79BA31DE-BEBA-0BE5-1A37-30141750E564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4850131" y="962202"/>
              <a:ext cx="5025389" cy="439563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F063E6-73E5-C522-ECE4-B68CDA873ACE}"/>
                </a:ext>
              </a:extLst>
            </p:cNvPr>
            <p:cNvSpPr txBox="1"/>
            <p:nvPr/>
          </p:nvSpPr>
          <p:spPr>
            <a:xfrm>
              <a:off x="5898966" y="5357837"/>
              <a:ext cx="4500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The feed inside the Unity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D1CDE5-8D82-8DFF-D4E8-154CEB5C0458}"/>
              </a:ext>
            </a:extLst>
          </p:cNvPr>
          <p:cNvGrpSpPr/>
          <p:nvPr/>
        </p:nvGrpSpPr>
        <p:grpSpPr>
          <a:xfrm>
            <a:off x="6769894" y="1046516"/>
            <a:ext cx="4538662" cy="4580301"/>
            <a:chOff x="6769894" y="1046516"/>
            <a:chExt cx="4538662" cy="4580301"/>
          </a:xfrm>
        </p:grpSpPr>
        <p:pic>
          <p:nvPicPr>
            <p:cNvPr id="2" name="camera fixed135611">
              <a:hlinkClick r:id="" action="ppaction://media"/>
              <a:extLst>
                <a:ext uri="{FF2B5EF4-FFF2-40B4-BE49-F238E27FC236}">
                  <a16:creationId xmlns:a16="http://schemas.microsoft.com/office/drawing/2014/main" id="{2BCFD465-1373-2856-3A38-6B2BAEE25CF3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6769894" y="1046516"/>
              <a:ext cx="4538662" cy="410650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2413F2-68E6-D7D3-3AE8-252D7EB2579C}"/>
                </a:ext>
              </a:extLst>
            </p:cNvPr>
            <p:cNvSpPr txBox="1"/>
            <p:nvPr/>
          </p:nvSpPr>
          <p:spPr>
            <a:xfrm>
              <a:off x="7515225" y="5257485"/>
              <a:ext cx="3290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The feed inside unity after fixing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9837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49613</TotalTime>
  <Words>571</Words>
  <Application>Microsoft Office PowerPoint</Application>
  <PresentationFormat>Widescreen</PresentationFormat>
  <Paragraphs>98</Paragraphs>
  <Slides>10</Slides>
  <Notes>9</Notes>
  <HiddenSlides>0</HiddenSlides>
  <MMClips>2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1</vt:i4>
      </vt:variant>
    </vt:vector>
  </HeadingPairs>
  <TitlesOfParts>
    <vt:vector size="19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78</cp:revision>
  <cp:lastPrinted>2025-01-26T21:13:28Z</cp:lastPrinted>
  <dcterms:created xsi:type="dcterms:W3CDTF">2019-09-09T12:43:43Z</dcterms:created>
  <dcterms:modified xsi:type="dcterms:W3CDTF">2026-05-10T21:31:07Z</dcterms:modified>
  <cp:category/>
</cp:coreProperties>
</file>